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62" r:id="rId3"/>
    <p:sldId id="263" r:id="rId5"/>
    <p:sldId id="256" r:id="rId6"/>
    <p:sldId id="258" r:id="rId7"/>
    <p:sldId id="261" r:id="rId8"/>
    <p:sldId id="259" r:id="rId9"/>
    <p:sldId id="260" r:id="rId10"/>
  </p:sldIdLst>
  <p:sldSz cx="15240000" cy="11430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图1.1 π0.5在未见家庭厨房中的多任务操作示例。</a:t>
            </a:r>
          </a:p>
          <a:p>
            <a:r>
              <a:t>Figure 1.1 Examples of π0.5 performing tasks in an unseen home kitchen.</a:t>
            </a:r>
          </a:p>
          <a:p>
            <a:r>
              <a:t>来源：文献[2]，arXiv:2504.16054v1，原图2，PDF物理第2页，2025-04-22。</a:t>
            </a:r>
          </a:p>
          <a:p>
            <a:r>
              <a:t>https://arxiv.org/abs/2504.16054v1</a:t>
            </a:r>
          </a:p>
          <a:p>
            <a:r>
              <a:t>https://www.pi.website/blog/pi05</a:t>
            </a:r>
          </a:p>
          <a:p>
            <a:r>
              <a:t>原图仅经过PDF光栅化和矩形裁切，无生成、修图、标签改写或面板重排。保留原英文任务标签。各任务示例不等于单条连续轨迹，不是本地RM65-B实验结果，不代表公开权重已经具备项目记忆接口。</a:t>
            </a:r>
          </a:p>
          <a:p>
            <a:r>
              <a:t>本页标题、中英文图注、来源和说明均为原生可编辑文字；照片为独立可替换图片，原图内部文字属于原始图像。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图1.2 RoboChemist的多步骤化学实验执行示例。</a:t>
            </a:r>
          </a:p>
          <a:p>
            <a:r>
              <a:t>Figure 1.2 Examples of multi-step chemical experimentation with RoboChemist.</a:t>
            </a:r>
          </a:p>
          <a:p>
            <a:r>
              <a:t>来源：本次重排后的文献[3]，正式CoRL 2025/PMLR 305论文，原图4，PDF物理第7页/会议论文集第3543页。</a:t>
            </a:r>
          </a:p>
          <a:p>
            <a:r>
              <a:t>https://proceedings.mlr.press/v305/zhang25i.html</a:t>
            </a:r>
          </a:p>
          <a:p>
            <a:r>
              <a:t>https://zzongzheng0918.github.io/RoboChemist.github.io/</a:t>
            </a:r>
          </a:p>
          <a:p>
            <a:r>
              <a:t>原图仅经过PDF光栅化和矩形裁切，无生成、修图、标签改写或面板重排。保留原始面板、任务标签和照片。平台为原作者的Cobot Magic ALOHA；不是本项目RM65-B结果，也不是RL训练记忆的证据。</a:t>
            </a:r>
          </a:p>
          <a:p>
            <a:r>
              <a:t>本页标题、中英文图注、来源和说明均为原生可编辑文字；照片为独立可替换图片，原图内部文字属于原始图像。</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图1.3 MEM的长时程与部分可观测操作任务示例（引自文献[15]原图1上部）。</a:t>
            </a:r>
          </a:p>
          <a:p>
            <a:r>
              <a:t>Figure 1.3 Long-horizon and partially observable tasks in MEM.</a:t>
            </a:r>
          </a:p>
          <a:p>
            <a:r>
              <a:t>来源：MEM: Multi-Scale Embodied Memory for Vision Language Action Models，arXiv:2603.03596v2，原图1上方两排，PDF物理第1页。</a:t>
            </a:r>
          </a:p>
          <a:p>
            <a:r>
              <a:t>https://arxiv.org/abs/2603.03596v2</a:t>
            </a:r>
          </a:p>
          <a:p>
            <a:r>
              <a:t>原图裁切保留了Long-Horizon Tasks with Memory与Solve Tasks w/ Partial Observability两组完整面板和原始标签，未改写照片或图内文字。原作者平台与结果，不是本地RM65-B结果。上下文适应不等于在线参数更新，也不构成RL训练记忆的证据。</a:t>
            </a:r>
          </a:p>
          <a:p>
            <a:r>
              <a:t>本页图名、中英文图注、来源和范围说明是原生可编辑文字。原论文图作为独立可替换图片，图内原始文字属于图片。</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图3.1 研究内容、拟解决难题与递进关系。</a:t>
            </a:r>
          </a:p>
          <a:p>
            <a:r>
              <a:t>Figure 3.1 Research contents, targeted challenges, and their progressive relationships.</a:t>
            </a:r>
          </a:p>
          <a:p>
            <a:r>
              <a:t>a 为MICA-VLA前期语义条件控制；b 为共享π0.5 VLM的显式执行记忆、子任务文本生成与动作专家；c 比较同扩展起点下的合法读写候选，经固定后续策略参数的重复物理续跑形成辅助偏好。b、c均为拟研究，未报告新实验效果。a仅提供前期研究经验，MICA不是b的前置模型或权重来源。</a:t>
            </a:r>
          </a:p>
          <a:p>
            <a:r>
              <a:t>生成文本、条件特征、连续动作分别表示，具体损失与梯度仍见图3.3；此图中的辅助训练箭头是训练关系，并非穿过离散文本的路径梯度。</a:t>
            </a:r>
          </a:p>
          <a:p>
            <a:r>
              <a:t>照片来源：MICA-实拍任务示例1.png来自用户MICA-VLA匿名稿第6页，是SO-100的LACE既有任务照片，不是RM65-B；RM65B-既有仿真四视图.png来自2026-10-12既有仿真记录，裁取外部观察视角，不是实机或新记忆实验。照片保留原始内容，裁剪由PPT图片属性实现。</a:t>
            </a:r>
          </a:p>
          <a:p>
            <a:r>
              <a:t>绘图风格参考（仅借鉴构图与视觉编码，不复制作者方法或成绩）：MemoryVLA Figure 2 https://shihao1895.github.io/MemoryVLA/static/images/fig_2_method.png ；Knowledge Insulating VLA Figure 1 https://www.pi.website/download/pi05_KI.pdf ；Nature research figure guide https://research-figure-guide.nature.com/figures/preparing-figures-our-specifications/ ；Rougier et al. Ten Simple Rules for Better Figures https://journals.plos.org/ploscompbiol/article?id=10.1371/journal.pcbi.1003833 。2026-10-19查阅。</a:t>
            </a:r>
          </a:p>
          <a:p>
            <a:r>
              <a:t>全图文字、模块、连线均为原生PPT对象；两张来源照片为独立可替换图片。</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图3.2 分阶段实验验证路线与收缩条件。</a:t>
            </a:r>
          </a:p>
          <a:p>
            <a:r>
              <a:t>Figure 3.2 Staged experimental validation and criteria for narrowing the research scope.</a:t>
            </a:r>
          </a:p>
          <a:p>
            <a:r>
              <a:t>按报告第3.2.2节的四阶段组织：a本体与高层接口准备，b历史依赖诊断及联合学习对照，c受控续跑可靠性与同分支数据消融，d等物理预算闭环及有限真机验证。全部是研究计划，不表示已完成实验。</a:t>
            </a:r>
          </a:p>
          <a:p>
            <a:r>
              <a:t>a首轮限制2—3项可复测动作能力，不把子任务变为固定库选择。b两行是匹配当前观察、不同既往核验进度的概念诊断，未使用真实实验对比照片；需排除位置、计时与目录捷径。同架构、同可见信息比较规则记忆、强SFT与联合RECAP。c先检验恢复噪声与候选效用，可信后才形成辅助偏好；同分支数据有无辅助目标的比较用于分离额外数据和新目标的贡献。d两条等长条仅示意相同计划预算，没有性能数值；全部分支交互计入成本。</a:t>
            </a:r>
          </a:p>
          <a:p>
            <a:r>
              <a:t>收缩条件包括强SFT或规则已足够、重建不可靠、同预算普通采样更优、收益依赖额外真值或技能；策略变化后的旧评价复用留作后续可选边界分析，不是主线的前置要求。</a:t>
            </a:r>
          </a:p>
          <a:p>
            <a:r>
              <a:t>视觉设计延续图3.1的a/b/c分区、白底、薄线、黑色主标签与功能性色彩。科研绘图参考：MemoryVLA Fig.2 https://shihao1895.github.io/MemoryVLA/static/images/fig_2_method.png ；Nature research figure guide https://research-figure-guide.nature.com/figures/preparing-figures-our-specifications/ 。仅借鉴表达方式。全图为可编辑PPT原生对象，不含AI图片或虚构结果图。2026-10-19修订。</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图3.3 生成式高层与动作专家的训练目标及梯度流向。拟议训练结构，不表示新增实验结果。</a:t>
            </a:r>
          </a:p>
          <a:p>
            <a:r>
              <a:t>a 交互轨迹提供阶段状态、动作A和实际奖励。独立价值模型ψ按Monte Carlo回报分箱交叉熵训练，以高层边界或动作执行窗分别形成优势质量标签Iᴴ、Iᴬ。预测和目标进入价值损失，其梯度仅更新ψ；标签不会从critic向actor反向传播。这里的MC回报已包含统一的执行时间与错误成本。</a:t>
            </a:r>
          </a:p>
          <a:p>
            <a:r>
              <a:t>b 同一共享VLM θ自回归建模观测／指令／记忆目录、Iᴴ、READ、工具返回、WRITE、自然语言子任务、Iᴬ及FAST动作token。观测为多模态上下文，序列图仅表示因果位置与条件关系，不表示全部输入都是文字。READ、WRITE及子任务token参与高层CE；工具返回正文仅为上下文，不计生成CE。FAST标签由同一记录动作块A编码而来。文本和FAST的损失通过各自mask更新θ。</a:t>
            </a:r>
          </a:p>
          <a:p>
            <a:r>
              <a:t>连续动作专家φ读取FAST前的前缀隐藏K/V；知识隔离以sg阻断FM梯度回到θ，前向条件保留。VLM仍接受高层CE与FAST CE，故不是冻结。专家的加噪输入由A、噪声与时间构造，并对对应速度场目标计算FM损失，只更新φ。FAST不是子任务文本，也不是执行时给连续专家的动作答案。虚线为梯度方向，实线为模型输入、预测或监督标签。</a:t>
            </a:r>
          </a:p>
          <a:p>
            <a:r>
              <a:t>训练先SFT暖启动读写与子任务生成，再引入阶段回报条件并保留示范锚定。两条策略监督路径均使用记录轨迹，示范锚定复用同类损失而不另设actor。rollout和推理设定预设正质量条件，不读取未来真实回报；同一VLM生成子任务文本后，连续专家多步去噪输出动作块，执行后重新观察。FAST仅在训练使用。本图聚焦训练，不另画推理时的积分采样闭环。离散采样、检索与确定性记忆操作不承担路径梯度。可选记忆偏好辅助目标仅作用READ／WRITE，另见图3.4，不作为本图主路径的必需组件。</a:t>
            </a:r>
          </a:p>
          <a:p>
            <a:r>
              <a:t>依据报告第3.2.3.3节及已归档RECAP/KI/FAST机制整理；仅重绘当前方案，无新增论文核查或实现测试。沿用前两图的白底、细线、a/b标识与功能性色彩。本轮保留清楚的分路结构，增加RM65-B既有仿真画面、模型层叠示意、回报分箱示意及动作轨迹/FAST token示意。图中文字、模块、曲线和箭头均为PPT原生对象，仿真画面为独立可替换图片。仿真画面源于本库2026-10-12原场景推理记录，裁切外部观察视角（原图1280×1004，矩形x=0..640，y=74..524），不是本次新实验或实机拍照。分箱高度、轨迹线和token色块仅示意表示形式，没有测量值、不表示性能或真实编码；层叠不表示准确网络层数。无AI场景。2026-10-19。</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图3.4 基于物理续跑的读写效用评价。Figure 3.4 Evaluating memory operation utility through physical continuation rollouts.</a:t>
            </a:r>
          </a:p>
          <a:p>
            <a:r>
              <a:t>本图是拟议方法示意，没有给出配对实验或性能结果。沿用图3.3的白底、少量功能性色彩、薄线、层叠模型与可替换既有仿真画面。</a:t>
            </a:r>
          </a:p>
          <a:p>
            <a:r>
              <a:t>a 从同一可恢复扩展状态x建立候选和参考分支。扩展状态包含物理、控制器、随机状态、历史、原始记忆和未执行动作缓存；不表示actor可读取环境真值。先执行同操作的重复续跑，核验恢复可靠性并估计恢复及运动随机性。仅同seed或图像接近不构成起点等价证据。</a:t>
            </a:r>
          </a:p>
          <a:p>
            <a:r>
              <a:t>b 固定后续参数快照κᵣ（自身VLM θ与动作专家φ）和信息预算，只干预本轮合法读写。u为完整READ/WRITE转录，u₀为合法参考操作，如NONE/KEEP。两侧随后使用相同模型参数根据各自可见信息重新生成自然语言子任务，连续专家执行动作，再读取新观测并循环。框中的“文本、动作、观察”表示时间上的执行循环，不是固定子任务库或固定未来轨迹。“可能重试当前步”和“可能继续下一步”仅沿用原图重试/继续的示例，不表示任一分支必然更好，也没有指定当前u为优选u⁺。训练写入需要本分支可见证据，不读取未来真值或结果标签。</a:t>
            </a:r>
          </a:p>
          <a:p>
            <a:r>
              <a:t>c G按与主训练一致的折扣从当前边界累计到终止或统一最大时长。通过预先固定候选、重复次数和置信规则估计相对效用及不确定性，可信时形成读写偏好(u⁺,u⁻)，差异不明则弃权，时长截断单列。图内实线表示数据和执行方向，红色虚线仅表示偏好辅助训练，不是穿过仿真器反传的可微梯度。辅助DPO式目标只计READ和WRITE生成概率，工具正文不计；不直接监督子任务token，但共享θ更新可能影响子任务和动作条件。参考模型与物理参考操作u₀是不同对象。两侧轨迹仍进入相同基础训练，分支、前缀恢复、失败恢复和弃用样本全部计入交互预算。</a:t>
            </a:r>
          </a:p>
          <a:p>
            <a:r>
              <a:t>仿真素材来自本库2026-10-12既有RM65-B原场景推理记录，原图1280×1004，裁取外部观察视角x=0..640、y=74..524。照片不是当前配对分支结果或真机实验；没有AI场景或新增测量图。各标签、模块与箭头均可编辑。图3.3主训练目标与梯度隔离保持；本轮未改变正文方案，也未重新核查论文或运行机器人。2026-10-19。</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
        <p:nvSpPr>
          <p:cNvPr id="3" name="Title"/>
          <p:cNvSpPr>
            <a:spLocks noGrp="1"/>
          </p:cNvSpPr>
          <p:nvPr>
            <p:ph type="title"/>
          </p:nvPr>
        </p:nvSpPr>
        <p:spPr>
          <a:xfrm>
            <a:off x="1524000" y="4318000"/>
            <a:ext cx="12192000" cy="1651000"/>
          </a:xfrm>
          <a:prstGeom prst="rect">
            <a:avLst/>
          </a:prstGeom>
          <a:noFill/>
          <a:ln>
            <a:noFill/>
            <a:prstDash val="solid"/>
          </a:ln>
        </p:spPr>
        <p:txBody>
          <a:bodyPr wrap="square" lIns="0" tIns="0" rIns="0" bIns="0" anchor="ctr">
            <a:normAutofit/>
          </a:bodyPr>
          <a:lstStyle>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p:txBody>
      </p:sp>
      <p:sp>
        <p:nvSpPr>
          <p:cNvPr id="2" name="Subtitle"/>
          <p:cNvSpPr>
            <a:spLocks noGrp="1"/>
          </p:cNvSpPr>
          <p:nvPr>
            <p:ph type="subTitle" idx="1"/>
          </p:nvPr>
        </p:nvSpPr>
        <p:spPr>
          <a:xfrm>
            <a:off x="2286000" y="6286500"/>
            <a:ext cx="10668000" cy="1270000"/>
          </a:xfrm>
          <a:prstGeom prst="rect">
            <a:avLst/>
          </a:prstGeom>
          <a:noFill/>
          <a:ln>
            <a:noFill/>
            <a:prstDash val="solid"/>
          </a:ln>
        </p:spPr>
        <p:txBody>
          <a:bodyPr wrap="square" lIns="0" tIns="0" rIns="0" bIns="0" anchor="ctr">
            <a:normAutofit/>
          </a:bodyPr>
          <a:lstStyle>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p:sp>
        <p:nvSpPr>
          <p:cNvPr id="2" name="Section title"/>
          <p:cNvSpPr>
            <a:spLocks noGrp="1"/>
          </p:cNvSpPr>
          <p:nvPr>
            <p:ph type="title"/>
          </p:nvPr>
        </p:nvSpPr>
        <p:spPr>
          <a:xfrm>
            <a:off x="1524000" y="4762500"/>
            <a:ext cx="12192000" cy="1905000"/>
          </a:xfrm>
          <a:prstGeom prst="rect">
            <a:avLst/>
          </a:prstGeom>
          <a:noFill/>
          <a:ln>
            <a:noFill/>
            <a:prstDash val="solid"/>
          </a:ln>
        </p:spPr>
        <p:txBody>
          <a:bodyPr wrap="square" lIns="0" tIns="0" rIns="0" bIns="0" anchor="ctr">
            <a:normAutofit/>
          </a:bodyPr>
          <a:lstStyle>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p:sp>
        <p:nvSpPr>
          <p:cNvPr id="3" name="Title"/>
          <p:cNvSpPr>
            <a:spLocks noGrp="1"/>
          </p:cNvSpPr>
          <p:nvPr>
            <p:ph type="title"/>
          </p:nvPr>
        </p:nvSpPr>
        <p:spPr>
          <a:xfrm>
            <a:off x="857250" y="889000"/>
            <a:ext cx="13525500" cy="1397000"/>
          </a:xfrm>
          <a:prstGeom prst="rect">
            <a:avLst/>
          </a:prstGeom>
          <a:noFill/>
          <a:ln>
            <a:noFill/>
            <a:prstDash val="solid"/>
          </a:ln>
        </p:spPr>
        <p:txBody>
          <a:bodyPr wrap="square" lIns="0" tIns="0" rIns="0" bIns="0" anchor="t">
            <a:normAutofit/>
          </a:bodyPr>
          <a:lstStyle>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p:txBody>
      </p:sp>
      <p:sp>
        <p:nvSpPr>
          <p:cNvPr id="2" name="Body"/>
          <p:cNvSpPr>
            <a:spLocks noGrp="1"/>
          </p:cNvSpPr>
          <p:nvPr>
            <p:ph type="body" idx="1"/>
          </p:nvPr>
        </p:nvSpPr>
        <p:spPr>
          <a:xfrm>
            <a:off x="857250" y="3175000"/>
            <a:ext cx="13525500" cy="7112000"/>
          </a:xfrm>
          <a:prstGeom prst="rect">
            <a:avLst/>
          </a:prstGeom>
          <a:noFill/>
          <a:ln>
            <a:noFill/>
            <a:prstDash val="solid"/>
          </a:ln>
        </p:spPr>
        <p:txBody>
          <a:bodyPr wrap="square" lIns="0" tIns="0" rIns="0" bIns="0" anchor="t">
            <a:normAutofit/>
          </a:bodyPr>
          <a:lstStyle>
            <a:defPPr algn="l">
              <a:defRPr sz="2815" b="0">
                <a:solidFill>
                  <a:schemeClr val="tx1"/>
                </a:solidFill>
                <a:latin typeface="+mn-lt"/>
                <a:ea typeface="+mn-lt"/>
                <a:cs typeface="+mn-lt"/>
              </a:defRPr>
            </a:defPPr>
            <a:lvl1pPr marL="285750" indent="-285750" algn="l">
              <a:lnSpc>
                <a:spcPct val="110000"/>
              </a:lnSpc>
              <a:spcBef>
                <a:spcPts val="0"/>
              </a:spcBef>
              <a:spcAft>
                <a:spcPts val="1500"/>
              </a:spcAft>
              <a:buChar char="•"/>
              <a:defRPr sz="2815" b="0">
                <a:solidFill>
                  <a:schemeClr val="tx1"/>
                </a:solidFill>
                <a:latin typeface="+mn-lt"/>
                <a:ea typeface="+mn-lt"/>
                <a:cs typeface="+mn-lt"/>
              </a:defRPr>
            </a:lvl1pPr>
            <a:lvl2pPr marL="666750" indent="-285750" algn="l">
              <a:lnSpc>
                <a:spcPct val="110000"/>
              </a:lnSpc>
              <a:spcBef>
                <a:spcPts val="0"/>
              </a:spcBef>
              <a:spcAft>
                <a:spcPts val="1500"/>
              </a:spcAft>
              <a:buChar char="•"/>
              <a:defRPr sz="2815" b="0">
                <a:solidFill>
                  <a:schemeClr val="tx1"/>
                </a:solidFill>
                <a:latin typeface="+mn-lt"/>
                <a:ea typeface="+mn-lt"/>
                <a:cs typeface="+mn-lt"/>
              </a:defRPr>
            </a:lvl2pPr>
            <a:lvl3pPr marL="1047750" indent="-285750" algn="l">
              <a:lnSpc>
                <a:spcPct val="110000"/>
              </a:lnSpc>
              <a:spcBef>
                <a:spcPts val="0"/>
              </a:spcBef>
              <a:spcAft>
                <a:spcPts val="1500"/>
              </a:spcAft>
              <a:buChar char="•"/>
              <a:defRPr sz="2815" b="0">
                <a:solidFill>
                  <a:schemeClr val="tx1"/>
                </a:solidFill>
                <a:latin typeface="+mn-lt"/>
                <a:ea typeface="+mn-lt"/>
                <a:cs typeface="+mn-lt"/>
              </a:defRPr>
            </a:lvl3pPr>
            <a:lvl4pPr marL="1428750" indent="-285750" algn="l">
              <a:lnSpc>
                <a:spcPct val="110000"/>
              </a:lnSpc>
              <a:spcBef>
                <a:spcPts val="0"/>
              </a:spcBef>
              <a:spcAft>
                <a:spcPts val="1500"/>
              </a:spcAft>
              <a:buChar char="•"/>
              <a:defRPr sz="2815" b="0">
                <a:solidFill>
                  <a:schemeClr val="tx1"/>
                </a:solidFill>
                <a:latin typeface="+mn-lt"/>
                <a:ea typeface="+mn-lt"/>
                <a:cs typeface="+mn-lt"/>
              </a:defRPr>
            </a:lvl4pPr>
            <a:lvl5pPr marL="1809750" indent="-285750" algn="l">
              <a:lnSpc>
                <a:spcPct val="110000"/>
              </a:lnSpc>
              <a:spcBef>
                <a:spcPts val="0"/>
              </a:spcBef>
              <a:spcAft>
                <a:spcPts val="1500"/>
              </a:spcAft>
              <a:buChar char="•"/>
              <a:defRPr sz="2815" b="0">
                <a:solidFill>
                  <a:schemeClr val="tx1"/>
                </a:solidFill>
                <a:latin typeface="+mn-lt"/>
                <a:ea typeface="+mn-lt"/>
                <a:cs typeface="+mn-lt"/>
              </a:defRPr>
            </a:lvl5pPr>
            <a:lvl6pPr marL="2190750" indent="-285750" algn="l">
              <a:lnSpc>
                <a:spcPct val="110000"/>
              </a:lnSpc>
              <a:spcBef>
                <a:spcPts val="0"/>
              </a:spcBef>
              <a:spcAft>
                <a:spcPts val="1500"/>
              </a:spcAft>
              <a:buChar char="•"/>
              <a:defRPr sz="2815" b="0">
                <a:solidFill>
                  <a:schemeClr val="tx1"/>
                </a:solidFill>
                <a:latin typeface="+mn-lt"/>
                <a:ea typeface="+mn-lt"/>
                <a:cs typeface="+mn-lt"/>
              </a:defRPr>
            </a:lvl6pPr>
            <a:lvl7pPr marL="2571750" indent="-285750" algn="l">
              <a:lnSpc>
                <a:spcPct val="110000"/>
              </a:lnSpc>
              <a:spcBef>
                <a:spcPts val="0"/>
              </a:spcBef>
              <a:spcAft>
                <a:spcPts val="1500"/>
              </a:spcAft>
              <a:buChar char="•"/>
              <a:defRPr sz="2815" b="0">
                <a:solidFill>
                  <a:schemeClr val="tx1"/>
                </a:solidFill>
                <a:latin typeface="+mn-lt"/>
                <a:ea typeface="+mn-lt"/>
                <a:cs typeface="+mn-lt"/>
              </a:defRPr>
            </a:lvl7pPr>
            <a:lvl8pPr marL="2952750" indent="-285750" algn="l">
              <a:lnSpc>
                <a:spcPct val="110000"/>
              </a:lnSpc>
              <a:spcBef>
                <a:spcPts val="0"/>
              </a:spcBef>
              <a:spcAft>
                <a:spcPts val="1500"/>
              </a:spcAft>
              <a:buChar char="•"/>
              <a:defRPr sz="2815" b="0">
                <a:solidFill>
                  <a:schemeClr val="tx1"/>
                </a:solidFill>
                <a:latin typeface="+mn-lt"/>
                <a:ea typeface="+mn-lt"/>
                <a:cs typeface="+mn-lt"/>
              </a:defRPr>
            </a:lvl8pPr>
            <a:lvl9pPr marL="3333750" indent="-285750" algn="l">
              <a:lnSpc>
                <a:spcPct val="110000"/>
              </a:lnSpc>
              <a:spcBef>
                <a:spcPts val="0"/>
              </a:spcBef>
              <a:spcAft>
                <a:spcPts val="1500"/>
              </a:spcAft>
              <a:buChar char="•"/>
              <a:defRPr sz="2815" b="0">
                <a:solidFill>
                  <a:schemeClr val="tx1"/>
                </a:solidFill>
                <a:latin typeface="+mn-lt"/>
                <a:ea typeface="+mn-lt"/>
                <a:cs typeface="+mn-lt"/>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p:sp>
        <p:nvSpPr>
          <p:cNvPr id="4" name="Title"/>
          <p:cNvSpPr>
            <a:spLocks noGrp="1"/>
          </p:cNvSpPr>
          <p:nvPr>
            <p:ph type="title"/>
          </p:nvPr>
        </p:nvSpPr>
        <p:spPr>
          <a:xfrm>
            <a:off x="857250" y="889000"/>
            <a:ext cx="13525500" cy="1397000"/>
          </a:xfrm>
          <a:prstGeom prst="rect">
            <a:avLst/>
          </a:prstGeom>
          <a:noFill/>
          <a:ln>
            <a:noFill/>
            <a:prstDash val="solid"/>
          </a:ln>
        </p:spPr>
        <p:txBody>
          <a:bodyPr wrap="square" lIns="0" tIns="0" rIns="0" bIns="0" anchor="t">
            <a:normAutofit/>
          </a:bodyPr>
          <a:lstStyle>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p:txBody>
      </p:sp>
      <p:sp>
        <p:nvSpPr>
          <p:cNvPr id="2" name="Left column"/>
          <p:cNvSpPr>
            <a:spLocks noGrp="1"/>
          </p:cNvSpPr>
          <p:nvPr>
            <p:ph type="body" idx="1"/>
          </p:nvPr>
        </p:nvSpPr>
        <p:spPr>
          <a:xfrm>
            <a:off x="857250" y="3175000"/>
            <a:ext cx="6286500" cy="7112000"/>
          </a:xfrm>
          <a:prstGeom prst="rect">
            <a:avLst/>
          </a:prstGeom>
          <a:noFill/>
          <a:ln>
            <a:noFill/>
            <a:prstDash val="solid"/>
          </a:ln>
        </p:spPr>
        <p:txBody>
          <a:bodyPr wrap="square" lIns="0" tIns="0" rIns="0" bIns="0" anchor="t">
            <a:normAutofit/>
          </a:bodyPr>
          <a:lstStyle>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p:txBody>
      </p:sp>
      <p:sp>
        <p:nvSpPr>
          <p:cNvPr id="3" name="Right column"/>
          <p:cNvSpPr>
            <a:spLocks noGrp="1"/>
          </p:cNvSpPr>
          <p:nvPr>
            <p:ph type="body" idx="2"/>
          </p:nvPr>
        </p:nvSpPr>
        <p:spPr>
          <a:xfrm>
            <a:off x="8096250" y="3175000"/>
            <a:ext cx="6286500" cy="7112000"/>
          </a:xfrm>
          <a:prstGeom prst="rect">
            <a:avLst/>
          </a:prstGeom>
          <a:noFill/>
          <a:ln>
            <a:noFill/>
            <a:prstDash val="solid"/>
          </a:ln>
        </p:spPr>
        <p:txBody>
          <a:bodyPr wrap="square" lIns="0" tIns="0" rIns="0" bIns="0" anchor="t">
            <a:normAutofit/>
          </a:bodyPr>
          <a:lstStyle>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p:sp>
        <p:nvSpPr>
          <p:cNvPr id="3" name="Title"/>
          <p:cNvSpPr>
            <a:spLocks noGrp="1"/>
          </p:cNvSpPr>
          <p:nvPr>
            <p:ph type="title"/>
          </p:nvPr>
        </p:nvSpPr>
        <p:spPr>
          <a:xfrm>
            <a:off x="857250" y="889000"/>
            <a:ext cx="13525500" cy="1397000"/>
          </a:xfrm>
          <a:prstGeom prst="rect">
            <a:avLst/>
          </a:prstGeom>
          <a:noFill/>
          <a:ln>
            <a:noFill/>
            <a:prstDash val="solid"/>
          </a:ln>
        </p:spPr>
        <p:txBody>
          <a:bodyPr wrap="square" lIns="0" tIns="0" rIns="0" bIns="0" anchor="t">
            <a:normAutofit/>
          </a:bodyPr>
          <a:lstStyle>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p:txBody>
      </p:sp>
      <p:sp>
        <p:nvSpPr>
          <p:cNvPr id="2" name="Left column"/>
          <p:cNvSpPr>
            <a:spLocks noGrp="1"/>
          </p:cNvSpPr>
          <p:nvPr>
            <p:ph type="body" idx="1"/>
          </p:nvPr>
        </p:nvSpPr>
        <p:spPr>
          <a:xfrm>
            <a:off x="857250" y="3175000"/>
            <a:ext cx="6286500" cy="7112000"/>
          </a:xfrm>
          <a:prstGeom prst="rect">
            <a:avLst/>
          </a:prstGeom>
          <a:noFill/>
          <a:ln>
            <a:noFill/>
            <a:prstDash val="solid"/>
          </a:ln>
        </p:spPr>
        <p:txBody>
          <a:bodyPr wrap="square" lIns="0" tIns="0" rIns="0" bIns="0" anchor="t">
            <a:normAutofit/>
          </a:bodyPr>
          <a:lstStyle>
            <a:defPPr algn="l">
              <a:defRPr sz="2815" b="0">
                <a:solidFill>
                  <a:schemeClr val="tx1"/>
                </a:solidFill>
                <a:latin typeface="+mn-lt"/>
                <a:ea typeface="+mn-lt"/>
                <a:cs typeface="+mn-lt"/>
              </a:defRPr>
            </a:defPPr>
            <a:lvl1pPr marL="285750" indent="-285750" algn="l">
              <a:lnSpc>
                <a:spcPct val="110000"/>
              </a:lnSpc>
              <a:spcBef>
                <a:spcPts val="0"/>
              </a:spcBef>
              <a:spcAft>
                <a:spcPts val="1500"/>
              </a:spcAft>
              <a:buChar char="•"/>
              <a:defRPr sz="2815" b="0">
                <a:solidFill>
                  <a:schemeClr val="tx1"/>
                </a:solidFill>
                <a:latin typeface="+mn-lt"/>
                <a:ea typeface="+mn-lt"/>
                <a:cs typeface="+mn-lt"/>
              </a:defRPr>
            </a:lvl1pPr>
            <a:lvl2pPr marL="666750" indent="-285750" algn="l">
              <a:lnSpc>
                <a:spcPct val="110000"/>
              </a:lnSpc>
              <a:spcBef>
                <a:spcPts val="0"/>
              </a:spcBef>
              <a:spcAft>
                <a:spcPts val="1500"/>
              </a:spcAft>
              <a:buChar char="•"/>
              <a:defRPr sz="2815" b="0">
                <a:solidFill>
                  <a:schemeClr val="tx1"/>
                </a:solidFill>
                <a:latin typeface="+mn-lt"/>
                <a:ea typeface="+mn-lt"/>
                <a:cs typeface="+mn-lt"/>
              </a:defRPr>
            </a:lvl2pPr>
            <a:lvl3pPr marL="1047750" indent="-285750" algn="l">
              <a:lnSpc>
                <a:spcPct val="110000"/>
              </a:lnSpc>
              <a:spcBef>
                <a:spcPts val="0"/>
              </a:spcBef>
              <a:spcAft>
                <a:spcPts val="1500"/>
              </a:spcAft>
              <a:buChar char="•"/>
              <a:defRPr sz="2815" b="0">
                <a:solidFill>
                  <a:schemeClr val="tx1"/>
                </a:solidFill>
                <a:latin typeface="+mn-lt"/>
                <a:ea typeface="+mn-lt"/>
                <a:cs typeface="+mn-lt"/>
              </a:defRPr>
            </a:lvl3pPr>
            <a:lvl4pPr marL="1428750" indent="-285750" algn="l">
              <a:lnSpc>
                <a:spcPct val="110000"/>
              </a:lnSpc>
              <a:spcBef>
                <a:spcPts val="0"/>
              </a:spcBef>
              <a:spcAft>
                <a:spcPts val="1500"/>
              </a:spcAft>
              <a:buChar char="•"/>
              <a:defRPr sz="2815" b="0">
                <a:solidFill>
                  <a:schemeClr val="tx1"/>
                </a:solidFill>
                <a:latin typeface="+mn-lt"/>
                <a:ea typeface="+mn-lt"/>
                <a:cs typeface="+mn-lt"/>
              </a:defRPr>
            </a:lvl4pPr>
            <a:lvl5pPr marL="1809750" indent="-285750" algn="l">
              <a:lnSpc>
                <a:spcPct val="110000"/>
              </a:lnSpc>
              <a:spcBef>
                <a:spcPts val="0"/>
              </a:spcBef>
              <a:spcAft>
                <a:spcPts val="1500"/>
              </a:spcAft>
              <a:buChar char="•"/>
              <a:defRPr sz="2815" b="0">
                <a:solidFill>
                  <a:schemeClr val="tx1"/>
                </a:solidFill>
                <a:latin typeface="+mn-lt"/>
                <a:ea typeface="+mn-lt"/>
                <a:cs typeface="+mn-lt"/>
              </a:defRPr>
            </a:lvl5pPr>
            <a:lvl6pPr marL="2190750" indent="-285750" algn="l">
              <a:lnSpc>
                <a:spcPct val="110000"/>
              </a:lnSpc>
              <a:spcBef>
                <a:spcPts val="0"/>
              </a:spcBef>
              <a:spcAft>
                <a:spcPts val="1500"/>
              </a:spcAft>
              <a:buChar char="•"/>
              <a:defRPr sz="2815" b="0">
                <a:solidFill>
                  <a:schemeClr val="tx1"/>
                </a:solidFill>
                <a:latin typeface="+mn-lt"/>
                <a:ea typeface="+mn-lt"/>
                <a:cs typeface="+mn-lt"/>
              </a:defRPr>
            </a:lvl6pPr>
            <a:lvl7pPr marL="2571750" indent="-285750" algn="l">
              <a:lnSpc>
                <a:spcPct val="110000"/>
              </a:lnSpc>
              <a:spcBef>
                <a:spcPts val="0"/>
              </a:spcBef>
              <a:spcAft>
                <a:spcPts val="1500"/>
              </a:spcAft>
              <a:buChar char="•"/>
              <a:defRPr sz="2815" b="0">
                <a:solidFill>
                  <a:schemeClr val="tx1"/>
                </a:solidFill>
                <a:latin typeface="+mn-lt"/>
                <a:ea typeface="+mn-lt"/>
                <a:cs typeface="+mn-lt"/>
              </a:defRPr>
            </a:lvl7pPr>
            <a:lvl8pPr marL="2952750" indent="-285750" algn="l">
              <a:lnSpc>
                <a:spcPct val="110000"/>
              </a:lnSpc>
              <a:spcBef>
                <a:spcPts val="0"/>
              </a:spcBef>
              <a:spcAft>
                <a:spcPts val="1500"/>
              </a:spcAft>
              <a:buChar char="•"/>
              <a:defRPr sz="2815" b="0">
                <a:solidFill>
                  <a:schemeClr val="tx1"/>
                </a:solidFill>
                <a:latin typeface="+mn-lt"/>
                <a:ea typeface="+mn-lt"/>
                <a:cs typeface="+mn-lt"/>
              </a:defRPr>
            </a:lvl8pPr>
            <a:lvl9pPr marL="3333750" indent="-285750" algn="l">
              <a:lnSpc>
                <a:spcPct val="110000"/>
              </a:lnSpc>
              <a:spcBef>
                <a:spcPts val="0"/>
              </a:spcBef>
              <a:spcAft>
                <a:spcPts val="1500"/>
              </a:spcAft>
              <a:buChar char="•"/>
              <a:defRPr sz="2815" b="0">
                <a:solidFill>
                  <a:schemeClr val="tx1"/>
                </a:solidFill>
                <a:latin typeface="+mn-lt"/>
                <a:ea typeface="+mn-lt"/>
                <a:cs typeface="+mn-lt"/>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theme" Target="../theme/theme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6.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6.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6.xml"/><Relationship Id="rId2" Type="http://schemas.openxmlformats.org/officeDocument/2006/relationships/image" Target="../media/image5.png"/><Relationship Id="rId1" Type="http://schemas.openxmlformats.org/officeDocument/2006/relationships/image" Target="../media/image4.png"/><Relationship Id="rIdFigure31Photo1" Type="http://schemas.openxmlformats.org/officeDocument/2006/relationships/image" Target="../media/figure31-paper-photo-1.png"/><Relationship Id="rIdFigure31Photo2" Type="http://schemas.openxmlformats.org/officeDocument/2006/relationships/image" Target="../media/figure31-paper-photo-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6.xml"/><Relationship Id="rId2" Type="http://schemas.openxmlformats.org/officeDocument/2006/relationships/image" Target="../media/image5.png"/><Relationship Id="rId1" Type="http://schemas.openxmlformats.org/officeDocument/2006/relationships/image" Target="../media/image4.png"/><Relationship Id="rIdFigure33Visual1" Type="http://schemas.openxmlformats.org/officeDocument/2006/relationships/image" Target="../media/figure33-rich-photo-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6.xml"/><Relationship Id="rId1" Type="http://schemas.openxmlformats.org/officeDocument/2006/relationships/image" Target="../media/image4.png"/><Relationship Id="rIdFigure34Visual1" Type="http://schemas.openxmlformats.org/officeDocument/2006/relationships/image" Target="../media/figure34-rich-photo-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pic>
        <p:nvPicPr>
          <p:cNvPr id="3" name="Picture 2"/>
          <p:cNvPicPr>
            <a:picLocks noChangeAspect="1"/>
          </p:cNvPicPr>
          <p:nvPr/>
        </p:nvPicPr>
        <p:blipFill>
          <a:blip r:embed="rId1"/>
          <a:stretch>
            <a:fillRect/>
          </a:stretch>
        </p:blipFill>
        <p:spPr>
          <a:xfrm>
            <a:off x="457200" y="3194685"/>
            <a:ext cx="14325600" cy="2714932"/>
          </a:xfrm>
          <a:prstGeom prst="rect">
            <a:avLst/>
          </a:prstGeom>
        </p:spPr>
      </p:pic>
      <p:sp>
        <p:nvSpPr>
          <p:cNvPr id="4" name="figure-caption-zh"/>
          <p:cNvSpPr>
            <a:spLocks noGrp="1"/>
          </p:cNvSpPr>
          <p:nvPr/>
        </p:nvSpPr>
        <p:spPr>
          <a:xfrm>
            <a:off x="2867660" y="6290945"/>
            <a:ext cx="8996045" cy="523875"/>
          </a:xfrm>
          <a:prstGeom prst="rect">
            <a:avLst/>
          </a:prstGeom>
          <a:noFill/>
          <a:ln w="0">
            <a:noFill/>
            <a:prstDash val="solid"/>
          </a:ln>
        </p:spPr>
        <p:txBody>
          <a:bodyPr wrap="square" anchor="t"/>
          <a:lstStyle>
            <a:def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defPPr>
            <a:lvl1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1pPr>
            <a:lvl2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2pPr>
            <a:lvl3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3pPr>
            <a:lvl4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4pPr>
            <a:lvl5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5pPr>
            <a:lvl6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6pPr>
            <a:lvl7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7pPr>
            <a:lvl8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8pPr>
            <a:lvl9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9pPr>
          </a:lstStyle>
          <a:p>
            <a: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pPr>
            <a:r>
              <a:rPr sz="2400" b="1">
                <a:solidFill>
                  <a:srgbClr val="263645"/>
                </a:solidFill>
                <a:latin typeface="Noto Sans CJK SC" panose="020B0500000000000000" charset="-122"/>
                <a:ea typeface="Noto Sans CJK SC" panose="020B0500000000000000" charset="-122"/>
                <a:cs typeface="Noto Sans CJK SC" panose="020B0500000000000000" charset="-122"/>
              </a:rPr>
              <a:t>图1.1  π0.5在未见家庭厨房中的多任务操作示例</a:t>
            </a:r>
            <a:endParaRPr sz="2400" b="1">
              <a:solidFill>
                <a:srgbClr val="263645"/>
              </a:solidFill>
              <a:latin typeface="Noto Sans CJK SC" panose="020B0500000000000000" charset="-122"/>
              <a:ea typeface="Noto Sans CJK SC" panose="020B0500000000000000" charset="-122"/>
              <a:cs typeface="Noto Sans CJK SC" panose="020B0500000000000000" charset="-122"/>
            </a:endParaRPr>
          </a:p>
        </p:txBody>
      </p:sp>
      <p:sp>
        <p:nvSpPr>
          <p:cNvPr id="5" name="figure-caption-en"/>
          <p:cNvSpPr>
            <a:spLocks noGrp="1"/>
          </p:cNvSpPr>
          <p:nvPr/>
        </p:nvSpPr>
        <p:spPr>
          <a:xfrm>
            <a:off x="2867660" y="6881495"/>
            <a:ext cx="9544685" cy="800100"/>
          </a:xfrm>
          <a:prstGeom prst="rect">
            <a:avLst/>
          </a:prstGeom>
          <a:noFill/>
          <a:ln w="0">
            <a:noFill/>
            <a:prstDash val="solid"/>
          </a:ln>
        </p:spPr>
        <p:txBody>
          <a:bodyPr wrap="square" anchor="t"/>
          <a:lstStyle>
            <a:def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defPPr>
            <a:lvl1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1pPr>
            <a:lvl2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2pPr>
            <a:lvl3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3pPr>
            <a:lvl4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4pPr>
            <a:lvl5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5pPr>
            <a:lvl6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6pPr>
            <a:lvl7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7pPr>
            <a:lvl8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8pPr>
            <a:lvl9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9pPr>
          </a:lstStyle>
          <a:p>
            <a: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pPr>
            <a:r>
              <a:rPr sz="2025" b="0">
                <a:solidFill>
                  <a:srgbClr val="68798B"/>
                </a:solidFill>
                <a:latin typeface="Noto Sans CJK SC" panose="020B0500000000000000" charset="-122"/>
                <a:ea typeface="Noto Sans CJK SC" panose="020B0500000000000000" charset="-122"/>
                <a:cs typeface="Noto Sans CJK SC" panose="020B0500000000000000" charset="-122"/>
              </a:rPr>
              <a:t>Figure 1.1  Examples of π0.5 performing tasks in an unseen home kitchen</a:t>
            </a:r>
            <a:endParaRPr sz="2025" b="0">
              <a:solidFill>
                <a:srgbClr val="68798B"/>
              </a:solidFill>
              <a:latin typeface="Noto Sans CJK SC" panose="020B0500000000000000" charset="-122"/>
              <a:ea typeface="Noto Sans CJK SC" panose="020B0500000000000000" charset="-122"/>
              <a:cs typeface="Noto Sans CJK SC" panose="020B05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8" name="evidence-title"/>
          <p:cNvSpPr>
            <a:spLocks noGrp="1"/>
          </p:cNvSpPr>
          <p:nvPr/>
        </p:nvSpPr>
        <p:spPr>
          <a:xfrm>
            <a:off x="400050" y="666750"/>
            <a:ext cx="14439900" cy="666750"/>
          </a:xfrm>
          <a:prstGeom prst="rect">
            <a:avLst/>
          </a:prstGeom>
          <a:noFill/>
          <a:ln w="0">
            <a:noFill/>
            <a:prstDash val="solid"/>
          </a:ln>
        </p:spPr>
        <p:txBody>
          <a:bodyPr wrap="square" anchor="t"/>
          <a:lstStyle>
            <a:def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defPPr>
            <a:lvl1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1pPr>
            <a:lvl2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2pPr>
            <a:lvl3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3pPr>
            <a:lvl4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4pPr>
            <a:lvl5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5pPr>
            <a:lvl6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6pPr>
            <a:lvl7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7pPr>
            <a:lvl8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8pPr>
            <a:lvl9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9pPr>
          </a:lstStyle>
          <a:p>
            <a: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pPr>
            <a:r>
              <a:rPr sz="3150" b="1">
                <a:solidFill>
                  <a:srgbClr val="263645"/>
                </a:solidFill>
                <a:latin typeface="Noto Sans CJK SC" panose="020B0500000000000000" charset="-122"/>
                <a:ea typeface="Noto Sans CJK SC" panose="020B0500000000000000" charset="-122"/>
                <a:cs typeface="Noto Sans CJK SC" panose="020B0500000000000000" charset="-122"/>
              </a:rPr>
              <a:t>RoboChemist的真实化学实验操作</a:t>
            </a:r>
            <a:endParaRPr sz="3150" b="1">
              <a:solidFill>
                <a:srgbClr val="263645"/>
              </a:solidFill>
              <a:latin typeface="Noto Sans CJK SC" panose="020B0500000000000000" charset="-122"/>
              <a:ea typeface="Noto Sans CJK SC" panose="020B0500000000000000" charset="-122"/>
              <a:cs typeface="Noto Sans CJK SC" panose="020B0500000000000000" charset="-122"/>
            </a:endParaRPr>
          </a:p>
        </p:txBody>
      </p:sp>
      <p:sp>
        <p:nvSpPr>
          <p:cNvPr id="2" name="evidence-subtitle"/>
          <p:cNvSpPr>
            <a:spLocks noGrp="1"/>
          </p:cNvSpPr>
          <p:nvPr/>
        </p:nvSpPr>
        <p:spPr>
          <a:xfrm>
            <a:off x="419100" y="1447800"/>
            <a:ext cx="14382750" cy="495300"/>
          </a:xfrm>
          <a:prstGeom prst="rect">
            <a:avLst/>
          </a:prstGeom>
          <a:noFill/>
          <a:ln w="0">
            <a:noFill/>
            <a:prstDash val="solid"/>
          </a:ln>
        </p:spPr>
        <p:txBody>
          <a:bodyPr wrap="square" anchor="t"/>
          <a:lstStyle>
            <a:def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defPPr>
            <a:lvl1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1pPr>
            <a:lvl2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2pPr>
            <a:lvl3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3pPr>
            <a:lvl4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4pPr>
            <a:lvl5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5pPr>
            <a:lvl6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6pPr>
            <a:lvl7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7pPr>
            <a:lvl8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8pPr>
            <a:lvl9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9pPr>
          </a:lstStyle>
          <a:p>
            <a: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pPr>
            <a:r>
              <a:rPr sz="2250" b="0">
                <a:solidFill>
                  <a:srgbClr val="68798B"/>
                </a:solidFill>
                <a:latin typeface="Noto Sans CJK SC" panose="020B0500000000000000" charset="-122"/>
                <a:ea typeface="Noto Sans CJK SC" panose="020B0500000000000000" charset="-122"/>
                <a:cs typeface="Noto Sans CJK SC" panose="020B0500000000000000" charset="-122"/>
              </a:rPr>
              <a:t>混合、铜焰色试验及酸碱中和的真实执行画面</a:t>
            </a:r>
            <a:endParaRPr sz="2250" b="0">
              <a:solidFill>
                <a:srgbClr val="68798B"/>
              </a:solidFill>
              <a:latin typeface="Noto Sans CJK SC" panose="020B0500000000000000" charset="-122"/>
              <a:ea typeface="Noto Sans CJK SC" panose="020B0500000000000000" charset="-122"/>
              <a:cs typeface="Noto Sans CJK SC" panose="020B0500000000000000" charset="-122"/>
            </a:endParaRPr>
          </a:p>
        </p:txBody>
      </p:sp>
      <p:pic>
        <p:nvPicPr>
          <p:cNvPr id="3" name="Picture 2"/>
          <p:cNvPicPr>
            <a:picLocks noChangeAspect="1"/>
          </p:cNvPicPr>
          <p:nvPr/>
        </p:nvPicPr>
        <p:blipFill>
          <a:blip r:embed="rId1"/>
          <a:stretch>
            <a:fillRect/>
          </a:stretch>
        </p:blipFill>
        <p:spPr>
          <a:xfrm>
            <a:off x="457200" y="2333625"/>
            <a:ext cx="14325600" cy="4894580"/>
          </a:xfrm>
          <a:prstGeom prst="rect">
            <a:avLst/>
          </a:prstGeom>
        </p:spPr>
      </p:pic>
      <p:sp>
        <p:nvSpPr>
          <p:cNvPr id="4" name="figure-caption-zh"/>
          <p:cNvSpPr>
            <a:spLocks noGrp="1"/>
          </p:cNvSpPr>
          <p:nvPr/>
        </p:nvSpPr>
        <p:spPr>
          <a:xfrm>
            <a:off x="419100" y="7810500"/>
            <a:ext cx="14401800" cy="523875"/>
          </a:xfrm>
          <a:prstGeom prst="rect">
            <a:avLst/>
          </a:prstGeom>
          <a:noFill/>
          <a:ln w="0">
            <a:noFill/>
            <a:prstDash val="solid"/>
          </a:ln>
        </p:spPr>
        <p:txBody>
          <a:bodyPr wrap="square" anchor="t"/>
          <a:lstStyle>
            <a:def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defPPr>
            <a:lvl1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1pPr>
            <a:lvl2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2pPr>
            <a:lvl3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3pPr>
            <a:lvl4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4pPr>
            <a:lvl5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5pPr>
            <a:lvl6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6pPr>
            <a:lvl7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7pPr>
            <a:lvl8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8pPr>
            <a:lvl9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lvl9pPr>
          </a:lstStyle>
          <a:p>
            <a:pPr algn="l">
              <a:defRPr sz="2400" b="1">
                <a:solidFill>
                  <a:srgbClr val="263645"/>
                </a:solidFill>
                <a:latin typeface="Noto Sans CJK SC" panose="020B0500000000000000" charset="-122"/>
                <a:ea typeface="Noto Sans CJK SC" panose="020B0500000000000000" charset="-122"/>
                <a:cs typeface="Noto Sans CJK SC" panose="020B0500000000000000" charset="-122"/>
              </a:defRPr>
            </a:pPr>
            <a:r>
              <a:rPr sz="2400" b="1">
                <a:solidFill>
                  <a:srgbClr val="263645"/>
                </a:solidFill>
                <a:latin typeface="Noto Sans CJK SC" panose="020B0500000000000000" charset="-122"/>
                <a:ea typeface="Noto Sans CJK SC" panose="020B0500000000000000" charset="-122"/>
                <a:cs typeface="Noto Sans CJK SC" panose="020B0500000000000000" charset="-122"/>
              </a:rPr>
              <a:t>图1.2  RoboChemist的多步骤化学实验执行示例</a:t>
            </a:r>
            <a:endParaRPr sz="2400" b="1">
              <a:solidFill>
                <a:srgbClr val="263645"/>
              </a:solidFill>
              <a:latin typeface="Noto Sans CJK SC" panose="020B0500000000000000" charset="-122"/>
              <a:ea typeface="Noto Sans CJK SC" panose="020B0500000000000000" charset="-122"/>
              <a:cs typeface="Noto Sans CJK SC" panose="020B0500000000000000" charset="-122"/>
            </a:endParaRPr>
          </a:p>
        </p:txBody>
      </p:sp>
      <p:sp>
        <p:nvSpPr>
          <p:cNvPr id="5" name="figure-caption-en"/>
          <p:cNvSpPr>
            <a:spLocks noGrp="1"/>
          </p:cNvSpPr>
          <p:nvPr/>
        </p:nvSpPr>
        <p:spPr>
          <a:xfrm>
            <a:off x="419100" y="8401050"/>
            <a:ext cx="14401800" cy="800100"/>
          </a:xfrm>
          <a:prstGeom prst="rect">
            <a:avLst/>
          </a:prstGeom>
          <a:noFill/>
          <a:ln w="0">
            <a:noFill/>
            <a:prstDash val="solid"/>
          </a:ln>
        </p:spPr>
        <p:txBody>
          <a:bodyPr wrap="square" anchor="t"/>
          <a:lstStyle>
            <a:def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defPPr>
            <a:lvl1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1pPr>
            <a:lvl2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2pPr>
            <a:lvl3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3pPr>
            <a:lvl4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4pPr>
            <a:lvl5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5pPr>
            <a:lvl6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6pPr>
            <a:lvl7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7pPr>
            <a:lvl8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8pPr>
            <a:lvl9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9pPr>
          </a:lstStyle>
          <a:p>
            <a: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pPr>
            <a:r>
              <a:rPr sz="2025" b="0">
                <a:solidFill>
                  <a:srgbClr val="68798B"/>
                </a:solidFill>
                <a:latin typeface="Noto Sans CJK SC" panose="020B0500000000000000" charset="-122"/>
                <a:ea typeface="Noto Sans CJK SC" panose="020B0500000000000000" charset="-122"/>
                <a:cs typeface="Noto Sans CJK SC" panose="020B0500000000000000" charset="-122"/>
              </a:rPr>
              <a:t>Figure 1.2  Examples of multi-step chemical experimentation with RoboChemist</a:t>
            </a:r>
            <a:endParaRPr sz="2025" b="0">
              <a:solidFill>
                <a:srgbClr val="68798B"/>
              </a:solidFill>
              <a:latin typeface="Noto Sans CJK SC" panose="020B0500000000000000" charset="-122"/>
              <a:ea typeface="Noto Sans CJK SC" panose="020B0500000000000000" charset="-122"/>
              <a:cs typeface="Noto Sans CJK SC" panose="020B0500000000000000" charset="-122"/>
            </a:endParaRPr>
          </a:p>
        </p:txBody>
      </p:sp>
      <p:sp>
        <p:nvSpPr>
          <p:cNvPr id="6" name="figure-source"/>
          <p:cNvSpPr>
            <a:spLocks noGrp="1"/>
          </p:cNvSpPr>
          <p:nvPr/>
        </p:nvSpPr>
        <p:spPr>
          <a:xfrm>
            <a:off x="419100" y="9286875"/>
            <a:ext cx="14401800" cy="495300"/>
          </a:xfrm>
          <a:prstGeom prst="rect">
            <a:avLst/>
          </a:prstGeom>
          <a:noFill/>
          <a:ln w="0">
            <a:noFill/>
            <a:prstDash val="solid"/>
          </a:ln>
        </p:spPr>
        <p:txBody>
          <a:bodyPr wrap="square" anchor="t"/>
          <a:lstStyle>
            <a:def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defPPr>
            <a:lvl1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1pPr>
            <a:lvl2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2pPr>
            <a:lvl3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3pPr>
            <a:lvl4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4pPr>
            <a:lvl5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5pPr>
            <a:lvl6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6pPr>
            <a:lvl7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7pPr>
            <a:lvl8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8pPr>
            <a:lvl9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9pPr>
          </a:lstStyle>
          <a:p>
            <a: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pPr>
            <a:r>
              <a:rPr sz="1950" b="0">
                <a:solidFill>
                  <a:srgbClr val="68798B"/>
                </a:solidFill>
                <a:latin typeface="Noto Sans CJK SC" panose="020B0500000000000000" charset="-122"/>
                <a:ea typeface="Noto Sans CJK SC" panose="020B0500000000000000" charset="-122"/>
                <a:cs typeface="Noto Sans CJK SC" panose="020B0500000000000000" charset="-122"/>
              </a:rPr>
              <a:t>引自文献[3]原图4，CoRL 2025 / PMLR 305，第3543页</a:t>
            </a:r>
            <a:endParaRPr sz="1950" b="0">
              <a:solidFill>
                <a:srgbClr val="68798B"/>
              </a:solidFill>
              <a:latin typeface="Noto Sans CJK SC" panose="020B0500000000000000" charset="-122"/>
              <a:ea typeface="Noto Sans CJK SC" panose="020B0500000000000000" charset="-122"/>
              <a:cs typeface="Noto Sans CJK SC" panose="020B0500000000000000" charset="-122"/>
            </a:endParaRPr>
          </a:p>
        </p:txBody>
      </p:sp>
      <p:sp>
        <p:nvSpPr>
          <p:cNvPr id="7" name="figure-scope"/>
          <p:cNvSpPr>
            <a:spLocks noGrp="1"/>
          </p:cNvSpPr>
          <p:nvPr/>
        </p:nvSpPr>
        <p:spPr>
          <a:xfrm>
            <a:off x="419100" y="9867900"/>
            <a:ext cx="14401800" cy="762000"/>
          </a:xfrm>
          <a:prstGeom prst="rect">
            <a:avLst/>
          </a:prstGeom>
          <a:noFill/>
          <a:ln w="0">
            <a:noFill/>
            <a:prstDash val="solid"/>
          </a:ln>
        </p:spPr>
        <p:txBody>
          <a:bodyPr wrap="square" anchor="t"/>
          <a:lstStyle>
            <a:def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defPPr>
            <a:lvl1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1pPr>
            <a:lvl2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2pPr>
            <a:lvl3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3pPr>
            <a:lvl4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4pPr>
            <a:lvl5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5pPr>
            <a:lvl6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6pPr>
            <a:lvl7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7pPr>
            <a:lvl8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8pPr>
            <a:lvl9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lvl9pPr>
          </a:lstStyle>
          <a:p>
            <a:pPr algn="l">
              <a:defRPr sz="1950" b="0">
                <a:solidFill>
                  <a:srgbClr val="68798B"/>
                </a:solidFill>
                <a:latin typeface="Noto Sans CJK SC" panose="020B0500000000000000" charset="-122"/>
                <a:ea typeface="Noto Sans CJK SC" panose="020B0500000000000000" charset="-122"/>
                <a:cs typeface="Noto Sans CJK SC" panose="020B0500000000000000" charset="-122"/>
              </a:defRPr>
            </a:pPr>
            <a:r>
              <a:rPr sz="1950" b="0">
                <a:solidFill>
                  <a:srgbClr val="68798B"/>
                </a:solidFill>
                <a:latin typeface="Noto Sans CJK SC" panose="020B0500000000000000" charset="-122"/>
                <a:ea typeface="Noto Sans CJK SC" panose="020B0500000000000000" charset="-122"/>
                <a:cs typeface="Noto Sans CJK SC" panose="020B0500000000000000" charset="-122"/>
              </a:rPr>
              <a:t>原作者系统的实验画面，用于介绍已有研究基础。</a:t>
            </a:r>
            <a:endParaRPr sz="1950" b="0">
              <a:solidFill>
                <a:srgbClr val="68798B"/>
              </a:solidFill>
              <a:latin typeface="Noto Sans CJK SC" panose="020B0500000000000000" charset="-122"/>
              <a:ea typeface="Noto Sans CJK SC" panose="020B0500000000000000" charset="-122"/>
              <a:cs typeface="Noto Sans CJK SC" panose="020B0500000000000000"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8" name="mem-title"/>
          <p:cNvSpPr>
            <a:spLocks noGrp="1"/>
          </p:cNvSpPr>
          <p:nvPr/>
        </p:nvSpPr>
        <p:spPr>
          <a:xfrm>
            <a:off x="400050" y="609600"/>
            <a:ext cx="14439900" cy="666750"/>
          </a:xfrm>
          <a:prstGeom prst="rect">
            <a:avLst/>
          </a:prstGeom>
          <a:noFill/>
          <a:ln w="0">
            <a:noFill/>
            <a:prstDash val="solid"/>
          </a:ln>
        </p:spPr>
        <p:txBody>
          <a:bodyPr wrap="square" anchor="t"/>
          <a:lstStyle>
            <a:def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defPPr>
            <a:lvl1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1pPr>
            <a:lvl2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2pPr>
            <a:lvl3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3pPr>
            <a:lvl4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4pPr>
            <a:lvl5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5pPr>
            <a:lvl6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6pPr>
            <a:lvl7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7pPr>
            <a:lvl8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8pPr>
            <a:lvl9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lvl9pPr>
          </a:lstStyle>
          <a:p>
            <a:pPr algn="l">
              <a:defRPr sz="3150" b="1">
                <a:solidFill>
                  <a:srgbClr val="263645"/>
                </a:solidFill>
                <a:latin typeface="Noto Sans CJK SC" panose="020B0500000000000000" charset="-122"/>
                <a:ea typeface="Noto Sans CJK SC" panose="020B0500000000000000" charset="-122"/>
                <a:cs typeface="Noto Sans CJK SC" panose="020B0500000000000000" charset="-122"/>
              </a:defRPr>
            </a:pPr>
            <a:r>
              <a:rPr sz="3150" b="1">
                <a:solidFill>
                  <a:srgbClr val="263645"/>
                </a:solidFill>
                <a:latin typeface="Noto Sans CJK SC" panose="020B0500000000000000" charset="-122"/>
                <a:ea typeface="Noto Sans CJK SC" panose="020B0500000000000000" charset="-122"/>
                <a:cs typeface="Noto Sans CJK SC" panose="020B0500000000000000" charset="-122"/>
              </a:rPr>
              <a:t>MEM的长时程与部分可观测操作</a:t>
            </a:r>
            <a:endParaRPr sz="3150" b="1">
              <a:solidFill>
                <a:srgbClr val="263645"/>
              </a:solidFill>
              <a:latin typeface="Noto Sans CJK SC" panose="020B0500000000000000" charset="-122"/>
              <a:ea typeface="Noto Sans CJK SC" panose="020B0500000000000000" charset="-122"/>
              <a:cs typeface="Noto Sans CJK SC" panose="020B0500000000000000" charset="-122"/>
            </a:endParaRPr>
          </a:p>
        </p:txBody>
      </p:sp>
      <p:sp>
        <p:nvSpPr>
          <p:cNvPr id="2" name="mem-subtitle"/>
          <p:cNvSpPr>
            <a:spLocks noGrp="1"/>
          </p:cNvSpPr>
          <p:nvPr/>
        </p:nvSpPr>
        <p:spPr>
          <a:xfrm>
            <a:off x="419100" y="1381125"/>
            <a:ext cx="14382750" cy="457200"/>
          </a:xfrm>
          <a:prstGeom prst="rect">
            <a:avLst/>
          </a:prstGeom>
          <a:noFill/>
          <a:ln w="0">
            <a:noFill/>
            <a:prstDash val="solid"/>
          </a:ln>
        </p:spPr>
        <p:txBody>
          <a:bodyPr wrap="square" anchor="t"/>
          <a:lstStyle>
            <a:def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defPPr>
            <a:lvl1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1pPr>
            <a:lvl2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2pPr>
            <a:lvl3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3pPr>
            <a:lvl4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4pPr>
            <a:lvl5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5pPr>
            <a:lvl6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6pPr>
            <a:lvl7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7pPr>
            <a:lvl8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8pPr>
            <a:lvl9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lvl9pPr>
          </a:lstStyle>
          <a:p>
            <a:pPr algn="l">
              <a:defRPr sz="2250" b="0">
                <a:solidFill>
                  <a:srgbClr val="68798B"/>
                </a:solidFill>
                <a:latin typeface="Noto Sans CJK SC" panose="020B0500000000000000" charset="-122"/>
                <a:ea typeface="Noto Sans CJK SC" panose="020B0500000000000000" charset="-122"/>
                <a:cs typeface="Noto Sans CJK SC" panose="020B0500000000000000" charset="-122"/>
              </a:defRPr>
            </a:pPr>
            <a:r>
              <a:rPr sz="2250" b="0">
                <a:solidFill>
                  <a:srgbClr val="68798B"/>
                </a:solidFill>
                <a:latin typeface="Noto Sans CJK SC" panose="020B0500000000000000" charset="-122"/>
                <a:ea typeface="Noto Sans CJK SC" panose="020B0500000000000000" charset="-122"/>
                <a:cs typeface="Noto Sans CJK SC" panose="020B0500000000000000" charset="-122"/>
              </a:rPr>
              <a:t>长时程任务与依赖执行历史的真实机器人任务示例</a:t>
            </a:r>
            <a:endParaRPr sz="2250" b="0">
              <a:solidFill>
                <a:srgbClr val="68798B"/>
              </a:solidFill>
              <a:latin typeface="Noto Sans CJK SC" panose="020B0500000000000000" charset="-122"/>
              <a:ea typeface="Noto Sans CJK SC" panose="020B0500000000000000" charset="-122"/>
              <a:cs typeface="Noto Sans CJK SC" panose="020B0500000000000000" charset="-122"/>
            </a:endParaRPr>
          </a:p>
        </p:txBody>
      </p:sp>
      <p:pic>
        <p:nvPicPr>
          <p:cNvPr id="3" name="Picture 2"/>
          <p:cNvPicPr>
            <a:picLocks noChangeAspect="1"/>
          </p:cNvPicPr>
          <p:nvPr/>
        </p:nvPicPr>
        <p:blipFill>
          <a:blip r:embed="rId1"/>
          <a:stretch>
            <a:fillRect/>
          </a:stretch>
        </p:blipFill>
        <p:spPr>
          <a:xfrm>
            <a:off x="1809750" y="1986786"/>
            <a:ext cx="11620500" cy="7416423"/>
          </a:xfrm>
          <a:prstGeom prst="rect">
            <a:avLst/>
          </a:prstGeom>
        </p:spPr>
      </p:pic>
      <p:sp>
        <p:nvSpPr>
          <p:cNvPr id="4" name="figure-caption-zh"/>
          <p:cNvSpPr>
            <a:spLocks noGrp="1"/>
          </p:cNvSpPr>
          <p:nvPr/>
        </p:nvSpPr>
        <p:spPr>
          <a:xfrm>
            <a:off x="419100" y="9582150"/>
            <a:ext cx="14401800" cy="533400"/>
          </a:xfrm>
          <a:prstGeom prst="rect">
            <a:avLst/>
          </a:prstGeom>
          <a:noFill/>
          <a:ln w="0">
            <a:noFill/>
            <a:prstDash val="solid"/>
          </a:ln>
        </p:spPr>
        <p:txBody>
          <a:bodyPr wrap="square" anchor="t"/>
          <a:lstStyle>
            <a:def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defPPr>
            <a:lvl1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lvl1pPr>
            <a:lvl2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lvl2pPr>
            <a:lvl3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lvl3pPr>
            <a:lvl4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lvl4pPr>
            <a:lvl5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lvl5pPr>
            <a:lvl6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lvl6pPr>
            <a:lvl7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lvl7pPr>
            <a:lvl8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lvl8pPr>
            <a:lvl9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lvl9pPr>
          </a:lstStyle>
          <a:p>
            <a:pPr algn="l">
              <a:defRPr sz="2250" b="1">
                <a:solidFill>
                  <a:srgbClr val="263645"/>
                </a:solidFill>
                <a:latin typeface="Noto Sans CJK SC" panose="020B0500000000000000" charset="-122"/>
                <a:ea typeface="Noto Sans CJK SC" panose="020B0500000000000000" charset="-122"/>
                <a:cs typeface="Noto Sans CJK SC" panose="020B0500000000000000" charset="-122"/>
              </a:defRPr>
            </a:pPr>
            <a:r>
              <a:rPr sz="2250" b="1">
                <a:solidFill>
                  <a:srgbClr val="263645"/>
                </a:solidFill>
                <a:latin typeface="Noto Sans CJK SC" panose="020B0500000000000000" charset="-122"/>
                <a:ea typeface="Noto Sans CJK SC" panose="020B0500000000000000" charset="-122"/>
                <a:cs typeface="Noto Sans CJK SC" panose="020B0500000000000000" charset="-122"/>
              </a:rPr>
              <a:t>图1.3 MEM的长时程与部分可观测操作任务示例（引自文献[15]原图1上部）</a:t>
            </a:r>
            <a:endParaRPr sz="2250" b="1">
              <a:solidFill>
                <a:srgbClr val="263645"/>
              </a:solidFill>
              <a:latin typeface="Noto Sans CJK SC" panose="020B0500000000000000" charset="-122"/>
              <a:ea typeface="Noto Sans CJK SC" panose="020B0500000000000000" charset="-122"/>
              <a:cs typeface="Noto Sans CJK SC" panose="020B0500000000000000" charset="-122"/>
            </a:endParaRPr>
          </a:p>
        </p:txBody>
      </p:sp>
      <p:sp>
        <p:nvSpPr>
          <p:cNvPr id="5" name="figure-caption-en"/>
          <p:cNvSpPr>
            <a:spLocks noGrp="1"/>
          </p:cNvSpPr>
          <p:nvPr/>
        </p:nvSpPr>
        <p:spPr>
          <a:xfrm>
            <a:off x="419100" y="10153650"/>
            <a:ext cx="14401800" cy="419100"/>
          </a:xfrm>
          <a:prstGeom prst="rect">
            <a:avLst/>
          </a:prstGeom>
          <a:noFill/>
          <a:ln w="0">
            <a:noFill/>
            <a:prstDash val="solid"/>
          </a:ln>
        </p:spPr>
        <p:txBody>
          <a:bodyPr wrap="square" anchor="t"/>
          <a:lstStyle>
            <a:def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defPPr>
            <a:lvl1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1pPr>
            <a:lvl2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2pPr>
            <a:lvl3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3pPr>
            <a:lvl4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4pPr>
            <a:lvl5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5pPr>
            <a:lvl6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6pPr>
            <a:lvl7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7pPr>
            <a:lvl8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8pPr>
            <a:lvl9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lvl9pPr>
          </a:lstStyle>
          <a:p>
            <a:pPr algn="l">
              <a:defRPr sz="2025" b="0">
                <a:solidFill>
                  <a:srgbClr val="68798B"/>
                </a:solidFill>
                <a:latin typeface="Noto Sans CJK SC" panose="020B0500000000000000" charset="-122"/>
                <a:ea typeface="Noto Sans CJK SC" panose="020B0500000000000000" charset="-122"/>
                <a:cs typeface="Noto Sans CJK SC" panose="020B0500000000000000" charset="-122"/>
              </a:defRPr>
            </a:pPr>
            <a:r>
              <a:rPr sz="2025" b="0">
                <a:solidFill>
                  <a:srgbClr val="68798B"/>
                </a:solidFill>
                <a:latin typeface="Noto Sans CJK SC" panose="020B0500000000000000" charset="-122"/>
                <a:ea typeface="Noto Sans CJK SC" panose="020B0500000000000000" charset="-122"/>
                <a:cs typeface="Noto Sans CJK SC" panose="020B0500000000000000" charset="-122"/>
              </a:rPr>
              <a:t>Figure 1.3 Long-horizon and partially observable tasks in MEM.</a:t>
            </a:r>
            <a:endParaRPr sz="2025" b="0">
              <a:solidFill>
                <a:srgbClr val="68798B"/>
              </a:solidFill>
              <a:latin typeface="Noto Sans CJK SC" panose="020B0500000000000000" charset="-122"/>
              <a:ea typeface="Noto Sans CJK SC" panose="020B0500000000000000" charset="-122"/>
              <a:cs typeface="Noto Sans CJK SC" panose="020B0500000000000000" charset="-122"/>
            </a:endParaRPr>
          </a:p>
        </p:txBody>
      </p:sp>
      <p:sp>
        <p:nvSpPr>
          <p:cNvPr id="6" name="figure-source"/>
          <p:cNvSpPr>
            <a:spLocks noGrp="1"/>
          </p:cNvSpPr>
          <p:nvPr/>
        </p:nvSpPr>
        <p:spPr>
          <a:xfrm>
            <a:off x="419100" y="10629900"/>
            <a:ext cx="14401800" cy="400050"/>
          </a:xfrm>
          <a:prstGeom prst="rect">
            <a:avLst/>
          </a:prstGeom>
          <a:noFill/>
          <a:ln w="0">
            <a:noFill/>
            <a:prstDash val="solid"/>
          </a:ln>
        </p:spPr>
        <p:txBody>
          <a:bodyPr wrap="square" anchor="t"/>
          <a:lstStyle>
            <a:def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defPPr>
            <a:lvl1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lvl1pPr>
            <a:lvl2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lvl2pPr>
            <a:lvl3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lvl3pPr>
            <a:lvl4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lvl4pPr>
            <a:lvl5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lvl5pPr>
            <a:lvl6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lvl6pPr>
            <a:lvl7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lvl7pPr>
            <a:lvl8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lvl8pPr>
            <a:lvl9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lvl9pPr>
          </a:lstStyle>
          <a:p>
            <a:pPr algn="l">
              <a:defRPr sz="1875" b="0">
                <a:solidFill>
                  <a:srgbClr val="68798B"/>
                </a:solidFill>
                <a:latin typeface="Noto Sans CJK SC" panose="020B0500000000000000" charset="-122"/>
                <a:ea typeface="Noto Sans CJK SC" panose="020B0500000000000000" charset="-122"/>
                <a:cs typeface="Noto Sans CJK SC" panose="020B0500000000000000" charset="-122"/>
              </a:defRPr>
            </a:pPr>
            <a:r>
              <a:rPr sz="1875" b="0">
                <a:solidFill>
                  <a:srgbClr val="68798B"/>
                </a:solidFill>
                <a:latin typeface="Noto Sans CJK SC" panose="020B0500000000000000" charset="-122"/>
                <a:ea typeface="Noto Sans CJK SC" panose="020B0500000000000000" charset="-122"/>
                <a:cs typeface="Noto Sans CJK SC" panose="020B0500000000000000" charset="-122"/>
              </a:rPr>
              <a:t>来源：文献[15]，arXiv:2603.03596v2，原图1上部，PDF第1页</a:t>
            </a:r>
            <a:endParaRPr sz="1875" b="0">
              <a:solidFill>
                <a:srgbClr val="68798B"/>
              </a:solidFill>
              <a:latin typeface="Noto Sans CJK SC" panose="020B0500000000000000" charset="-122"/>
              <a:ea typeface="Noto Sans CJK SC" panose="020B0500000000000000" charset="-122"/>
              <a:cs typeface="Noto Sans CJK SC" panose="020B0500000000000000" charset="-122"/>
            </a:endParaRPr>
          </a:p>
        </p:txBody>
      </p:sp>
      <p:sp>
        <p:nvSpPr>
          <p:cNvPr id="7" name="figure-scope"/>
          <p:cNvSpPr>
            <a:spLocks noGrp="1"/>
          </p:cNvSpPr>
          <p:nvPr/>
        </p:nvSpPr>
        <p:spPr>
          <a:xfrm>
            <a:off x="419100" y="11049000"/>
            <a:ext cx="14401800" cy="342900"/>
          </a:xfrm>
          <a:prstGeom prst="rect">
            <a:avLst/>
          </a:prstGeom>
          <a:noFill/>
          <a:ln w="0">
            <a:noFill/>
            <a:prstDash val="solid"/>
          </a:ln>
        </p:spPr>
        <p:txBody>
          <a:bodyPr wrap="square" anchor="t"/>
          <a:lstStyle>
            <a:def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defPPr>
            <a:lvl1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lvl1pPr>
            <a:lvl2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lvl2pPr>
            <a:lvl3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lvl3pPr>
            <a:lvl4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lvl4pPr>
            <a:lvl5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lvl5pPr>
            <a:lvl6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lvl6pPr>
            <a:lvl7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lvl7pPr>
            <a:lvl8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lvl8pPr>
            <a:lvl9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lvl9pPr>
          </a:lstStyle>
          <a:p>
            <a:pPr algn="l">
              <a:defRPr sz="1800" b="0">
                <a:solidFill>
                  <a:srgbClr val="68798B"/>
                </a:solidFill>
                <a:latin typeface="Noto Sans CJK SC" panose="020B0500000000000000" charset="-122"/>
                <a:ea typeface="Noto Sans CJK SC" panose="020B0500000000000000" charset="-122"/>
                <a:cs typeface="Noto Sans CJK SC" panose="020B0500000000000000" charset="-122"/>
              </a:defRPr>
            </a:pPr>
            <a:r>
              <a:rPr sz="1800" b="0">
                <a:solidFill>
                  <a:srgbClr val="68798B"/>
                </a:solidFill>
                <a:latin typeface="Noto Sans CJK SC" panose="020B0500000000000000" charset="-122"/>
                <a:ea typeface="Noto Sans CJK SC" panose="020B0500000000000000" charset="-122"/>
                <a:cs typeface="Noto Sans CJK SC" panose="020B0500000000000000" charset="-122"/>
              </a:rPr>
              <a:t>原作者报告，非本地结果；不构成RL记忆训练或在线参数自我更新的证据。</a:t>
            </a:r>
            <a:endParaRPr sz="1800" b="0">
              <a:solidFill>
                <a:srgbClr val="68798B"/>
              </a:solidFill>
              <a:latin typeface="Noto Sans CJK SC" panose="020B0500000000000000" charset="-122"/>
              <a:ea typeface="Noto Sans CJK SC" panose="020B0500000000000000" charset="-122"/>
              <a:cs typeface="Noto Sans CJK SC" panose="020B0500000000000000"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图3.1 研究内容与难题对应">
    <p:bg>
      <p:bgPr>
        <a:solidFill>
          <a:srgbClr val="FFFFFF"/>
        </a:solidFill>
        <a:effectLst/>
      </p:bgPr>
    </p:bg>
    <p:spTree>
      <p:nvGrpSpPr>
        <p:cNvPr id="1" name=""/>
        <p:cNvGrpSpPr/>
        <p:nvPr/>
      </p:nvGrpSpPr>
      <p:grpSpPr>
        <a:xfrm/>
      </p:grpSpPr>
      <p:sp>
        <p:nvSpPr>
          <p:cNvPr id="86" name="panel-a">
            <a:extLst>
              <a:ext uri="{FF2B5EF4-FFF2-40B4-BE49-F238E27FC236}">
                <a16:creationId xmlns:a16="http://schemas.microsoft.com/office/drawing/2014/main" id="{00C5B0F8-4DF2-4C95-876A-07FC360A52E9}"/>
              </a:ext>
            </a:extLst>
          </p:cNvPr>
          <p:cNvSpPr>
            <a:spLocks noGrp="1"/>
          </p:cNvSpPr>
          <p:nvPr/>
        </p:nvSpPr>
        <p:spPr>
          <a:xfrm>
            <a:off x="381000" y="66675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a</a:t>
            </a:r>
          </a:p>
        </p:txBody>
      </p:sp>
      <p:sp>
        <p:nvSpPr>
          <p:cNvPr id="2" name="title-a">
            <a:extLst>
              <a:ext uri="{FF2B5EF4-FFF2-40B4-BE49-F238E27FC236}">
                <a16:creationId xmlns:a16="http://schemas.microsoft.com/office/drawing/2014/main" id="{A4226BD6-EA6C-4444-AE5C-A9E3B41CEEE7}"/>
              </a:ext>
            </a:extLst>
          </p:cNvPr>
          <p:cNvSpPr>
            <a:spLocks noGrp="1"/>
          </p:cNvSpPr>
          <p:nvPr/>
        </p:nvSpPr>
        <p:spPr>
          <a:xfrm>
            <a:off x="809625" y="666750"/>
            <a:ext cx="4095750" cy="457200"/>
          </a:xfrm>
          <a:prstGeom prst="rect">
            <a:avLst/>
          </a:prstGeom>
          <a:noFill/>
          <a:ln w="0">
            <a:noFill/>
          </a:ln>
        </p:spPr>
        <p:txBody>
          <a:bodyPr wrap="none" lIns="0" tIns="0" rIns="0" bIns="0" anchor="ctr">
            <a:noAutofit/>
          </a:bodyPr>
          <a:lstStyle>
            <a:defPPr algn="l">
              <a:defRPr sz="2700" b="1">
                <a:solidFill>
                  <a:srgbClr val="222222"/>
                </a:solidFill>
                <a:latin typeface="Noto Sans CJK SC"/>
                <a:ea typeface="Noto Sans CJK SC"/>
                <a:cs typeface="Noto Sans CJK SC"/>
              </a:defRPr>
            </a:defPPr>
            <a:lvl1pPr algn="l">
              <a:defRPr sz="2700" b="1">
                <a:solidFill>
                  <a:srgbClr val="222222"/>
                </a:solidFill>
                <a:latin typeface="Noto Sans CJK SC"/>
                <a:ea typeface="Noto Sans CJK SC"/>
                <a:cs typeface="Noto Sans CJK SC"/>
              </a:defRPr>
            </a:lvl1pPr>
            <a:lvl2pPr algn="l">
              <a:defRPr sz="2700" b="1">
                <a:solidFill>
                  <a:srgbClr val="222222"/>
                </a:solidFill>
                <a:latin typeface="Noto Sans CJK SC"/>
                <a:ea typeface="Noto Sans CJK SC"/>
                <a:cs typeface="Noto Sans CJK SC"/>
              </a:defRPr>
            </a:lvl2pPr>
            <a:lvl3pPr algn="l">
              <a:defRPr sz="2700" b="1">
                <a:solidFill>
                  <a:srgbClr val="222222"/>
                </a:solidFill>
                <a:latin typeface="Noto Sans CJK SC"/>
                <a:ea typeface="Noto Sans CJK SC"/>
                <a:cs typeface="Noto Sans CJK SC"/>
              </a:defRPr>
            </a:lvl3pPr>
            <a:lvl4pPr algn="l">
              <a:defRPr sz="2700" b="1">
                <a:solidFill>
                  <a:srgbClr val="222222"/>
                </a:solidFill>
                <a:latin typeface="Noto Sans CJK SC"/>
                <a:ea typeface="Noto Sans CJK SC"/>
                <a:cs typeface="Noto Sans CJK SC"/>
              </a:defRPr>
            </a:lvl4pPr>
            <a:lvl5pPr algn="l">
              <a:defRPr sz="2700" b="1">
                <a:solidFill>
                  <a:srgbClr val="222222"/>
                </a:solidFill>
                <a:latin typeface="Noto Sans CJK SC"/>
                <a:ea typeface="Noto Sans CJK SC"/>
                <a:cs typeface="Noto Sans CJK SC"/>
              </a:defRPr>
            </a:lvl5pPr>
            <a:lvl6pPr algn="l">
              <a:defRPr sz="2700" b="1">
                <a:solidFill>
                  <a:srgbClr val="222222"/>
                </a:solidFill>
                <a:latin typeface="Noto Sans CJK SC"/>
                <a:ea typeface="Noto Sans CJK SC"/>
                <a:cs typeface="Noto Sans CJK SC"/>
              </a:defRPr>
            </a:lvl6pPr>
            <a:lvl7pPr algn="l">
              <a:defRPr sz="2700" b="1">
                <a:solidFill>
                  <a:srgbClr val="222222"/>
                </a:solidFill>
                <a:latin typeface="Noto Sans CJK SC"/>
                <a:ea typeface="Noto Sans CJK SC"/>
                <a:cs typeface="Noto Sans CJK SC"/>
              </a:defRPr>
            </a:lvl7pPr>
            <a:lvl8pPr algn="l">
              <a:defRPr sz="2700" b="1">
                <a:solidFill>
                  <a:srgbClr val="222222"/>
                </a:solidFill>
                <a:latin typeface="Noto Sans CJK SC"/>
                <a:ea typeface="Noto Sans CJK SC"/>
                <a:cs typeface="Noto Sans CJK SC"/>
              </a:defRPr>
            </a:lvl8pPr>
            <a:lvl9pPr algn="l">
              <a:defRPr sz="2700" b="1">
                <a:solidFill>
                  <a:srgbClr val="222222"/>
                </a:solidFill>
                <a:latin typeface="Noto Sans CJK SC"/>
                <a:ea typeface="Noto Sans CJK SC"/>
                <a:cs typeface="Noto Sans CJK SC"/>
              </a:defRPr>
            </a:lvl9pPr>
          </a:lstStyle>
          <a:p>
            <a:pPr algn="l">
              <a:defRPr sz="2700" b="1">
                <a:solidFill>
                  <a:srgbClr val="222222"/>
                </a:solidFill>
                <a:latin typeface="Noto Sans CJK SC"/>
                <a:ea typeface="Noto Sans CJK SC"/>
                <a:cs typeface="Noto Sans CJK SC"/>
              </a:defRPr>
            </a:pPr>
            <a:r>
              <a:rPr sz="2700" b="1">
                <a:solidFill>
                  <a:srgbClr val="222222"/>
                </a:solidFill>
                <a:latin typeface="Noto Sans CJK SC"/>
                <a:ea typeface="Noto Sans CJK SC"/>
                <a:cs typeface="Noto Sans CJK SC"/>
              </a:rPr>
              <a:t>语义条件控制</a:t>
            </a:r>
          </a:p>
        </p:txBody>
      </p:sp>
      <p:sp>
        <p:nvSpPr>
          <p:cNvPr id="3" name="prior-study">
            <a:extLst>
              <a:ext uri="{FF2B5EF4-FFF2-40B4-BE49-F238E27FC236}">
                <a16:creationId xmlns:a16="http://schemas.microsoft.com/office/drawing/2014/main" id="{ACA2B67B-8D62-4BA6-8B8A-DCFEFD3677A2}"/>
              </a:ext>
            </a:extLst>
          </p:cNvPr>
          <p:cNvSpPr>
            <a:spLocks noGrp="1"/>
          </p:cNvSpPr>
          <p:nvPr/>
        </p:nvSpPr>
        <p:spPr>
          <a:xfrm>
            <a:off x="809625" y="1171575"/>
            <a:ext cx="4048125" cy="361950"/>
          </a:xfrm>
          <a:prstGeom prst="rect">
            <a:avLst/>
          </a:prstGeom>
          <a:noFill/>
          <a:ln w="0">
            <a:noFill/>
          </a:ln>
        </p:spPr>
        <p:txBody>
          <a:bodyPr wrap="none" lIns="0" tIns="0" rIns="0" bIns="0" anchor="ctr">
            <a:noAutofit/>
          </a:bodyPr>
          <a:lstStyle>
            <a:defPPr algn="l">
              <a:defRPr sz="2025" b="0">
                <a:solidFill>
                  <a:srgbClr val="64686C"/>
                </a:solidFill>
                <a:latin typeface="Noto Sans CJK SC"/>
                <a:ea typeface="Noto Sans CJK SC"/>
                <a:cs typeface="Noto Sans CJK SC"/>
              </a:defRPr>
            </a:defPPr>
            <a:lvl1pPr algn="l">
              <a:defRPr sz="2025" b="0">
                <a:solidFill>
                  <a:srgbClr val="64686C"/>
                </a:solidFill>
                <a:latin typeface="Noto Sans CJK SC"/>
                <a:ea typeface="Noto Sans CJK SC"/>
                <a:cs typeface="Noto Sans CJK SC"/>
              </a:defRPr>
            </a:lvl1pPr>
            <a:lvl2pPr algn="l">
              <a:defRPr sz="2025" b="0">
                <a:solidFill>
                  <a:srgbClr val="64686C"/>
                </a:solidFill>
                <a:latin typeface="Noto Sans CJK SC"/>
                <a:ea typeface="Noto Sans CJK SC"/>
                <a:cs typeface="Noto Sans CJK SC"/>
              </a:defRPr>
            </a:lvl2pPr>
            <a:lvl3pPr algn="l">
              <a:defRPr sz="2025" b="0">
                <a:solidFill>
                  <a:srgbClr val="64686C"/>
                </a:solidFill>
                <a:latin typeface="Noto Sans CJK SC"/>
                <a:ea typeface="Noto Sans CJK SC"/>
                <a:cs typeface="Noto Sans CJK SC"/>
              </a:defRPr>
            </a:lvl3pPr>
            <a:lvl4pPr algn="l">
              <a:defRPr sz="2025" b="0">
                <a:solidFill>
                  <a:srgbClr val="64686C"/>
                </a:solidFill>
                <a:latin typeface="Noto Sans CJK SC"/>
                <a:ea typeface="Noto Sans CJK SC"/>
                <a:cs typeface="Noto Sans CJK SC"/>
              </a:defRPr>
            </a:lvl4pPr>
            <a:lvl5pPr algn="l">
              <a:defRPr sz="2025" b="0">
                <a:solidFill>
                  <a:srgbClr val="64686C"/>
                </a:solidFill>
                <a:latin typeface="Noto Sans CJK SC"/>
                <a:ea typeface="Noto Sans CJK SC"/>
                <a:cs typeface="Noto Sans CJK SC"/>
              </a:defRPr>
            </a:lvl5pPr>
            <a:lvl6pPr algn="l">
              <a:defRPr sz="2025" b="0">
                <a:solidFill>
                  <a:srgbClr val="64686C"/>
                </a:solidFill>
                <a:latin typeface="Noto Sans CJK SC"/>
                <a:ea typeface="Noto Sans CJK SC"/>
                <a:cs typeface="Noto Sans CJK SC"/>
              </a:defRPr>
            </a:lvl6pPr>
            <a:lvl7pPr algn="l">
              <a:defRPr sz="2025" b="0">
                <a:solidFill>
                  <a:srgbClr val="64686C"/>
                </a:solidFill>
                <a:latin typeface="Noto Sans CJK SC"/>
                <a:ea typeface="Noto Sans CJK SC"/>
                <a:cs typeface="Noto Sans CJK SC"/>
              </a:defRPr>
            </a:lvl7pPr>
            <a:lvl8pPr algn="l">
              <a:defRPr sz="2025" b="0">
                <a:solidFill>
                  <a:srgbClr val="64686C"/>
                </a:solidFill>
                <a:latin typeface="Noto Sans CJK SC"/>
                <a:ea typeface="Noto Sans CJK SC"/>
                <a:cs typeface="Noto Sans CJK SC"/>
              </a:defRPr>
            </a:lvl8pPr>
            <a:lvl9pPr algn="l">
              <a:defRPr sz="2025" b="0">
                <a:solidFill>
                  <a:srgbClr val="64686C"/>
                </a:solidFill>
                <a:latin typeface="Noto Sans CJK SC"/>
                <a:ea typeface="Noto Sans CJK SC"/>
                <a:cs typeface="Noto Sans CJK SC"/>
              </a:defRPr>
            </a:lvl9pPr>
          </a:lstStyle>
          <a:p>
            <a:pPr algn="l">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MICA-VLA  前期研究</a:t>
            </a:r>
          </a:p>
        </p:txBody>
      </p:sp>
      <p:sp>
        <p:nvSpPr>
          <p:cNvPr id="4" name="challenge-a">
            <a:extLst>
              <a:ext uri="{FF2B5EF4-FFF2-40B4-BE49-F238E27FC236}">
                <a16:creationId xmlns:a16="http://schemas.microsoft.com/office/drawing/2014/main" id="{A8275C5F-8D09-476F-ABB4-CD036D04D208}"/>
              </a:ext>
            </a:extLst>
          </p:cNvPr>
          <p:cNvSpPr>
            <a:spLocks noGrp="1"/>
          </p:cNvSpPr>
          <p:nvPr/>
        </p:nvSpPr>
        <p:spPr>
          <a:xfrm>
            <a:off x="381000" y="1676400"/>
            <a:ext cx="4381500" cy="400050"/>
          </a:xfrm>
          <a:prstGeom prst="rect">
            <a:avLst/>
          </a:prstGeom>
          <a:noFill/>
          <a:ln w="0">
            <a:noFill/>
          </a:ln>
        </p:spPr>
        <p:txBody>
          <a:bodyPr wrap="none" lIns="0" tIns="0" rIns="0" bIns="0" anchor="ctr">
            <a:noAutofit/>
          </a:bodyPr>
          <a:lstStyle>
            <a:defPPr algn="l">
              <a:defRPr sz="2325" b="0">
                <a:solidFill>
                  <a:srgbClr val="222222"/>
                </a:solidFill>
                <a:latin typeface="Noto Sans CJK SC"/>
                <a:ea typeface="Noto Sans CJK SC"/>
                <a:cs typeface="Noto Sans CJK SC"/>
              </a:defRPr>
            </a:defPPr>
            <a:lvl1pPr algn="l">
              <a:defRPr sz="2325" b="0">
                <a:solidFill>
                  <a:srgbClr val="222222"/>
                </a:solidFill>
                <a:latin typeface="Noto Sans CJK SC"/>
                <a:ea typeface="Noto Sans CJK SC"/>
                <a:cs typeface="Noto Sans CJK SC"/>
              </a:defRPr>
            </a:lvl1pPr>
            <a:lvl2pPr algn="l">
              <a:defRPr sz="2325" b="0">
                <a:solidFill>
                  <a:srgbClr val="222222"/>
                </a:solidFill>
                <a:latin typeface="Noto Sans CJK SC"/>
                <a:ea typeface="Noto Sans CJK SC"/>
                <a:cs typeface="Noto Sans CJK SC"/>
              </a:defRPr>
            </a:lvl2pPr>
            <a:lvl3pPr algn="l">
              <a:defRPr sz="2325" b="0">
                <a:solidFill>
                  <a:srgbClr val="222222"/>
                </a:solidFill>
                <a:latin typeface="Noto Sans CJK SC"/>
                <a:ea typeface="Noto Sans CJK SC"/>
                <a:cs typeface="Noto Sans CJK SC"/>
              </a:defRPr>
            </a:lvl3pPr>
            <a:lvl4pPr algn="l">
              <a:defRPr sz="2325" b="0">
                <a:solidFill>
                  <a:srgbClr val="222222"/>
                </a:solidFill>
                <a:latin typeface="Noto Sans CJK SC"/>
                <a:ea typeface="Noto Sans CJK SC"/>
                <a:cs typeface="Noto Sans CJK SC"/>
              </a:defRPr>
            </a:lvl4pPr>
            <a:lvl5pPr algn="l">
              <a:defRPr sz="2325" b="0">
                <a:solidFill>
                  <a:srgbClr val="222222"/>
                </a:solidFill>
                <a:latin typeface="Noto Sans CJK SC"/>
                <a:ea typeface="Noto Sans CJK SC"/>
                <a:cs typeface="Noto Sans CJK SC"/>
              </a:defRPr>
            </a:lvl5pPr>
            <a:lvl6pPr algn="l">
              <a:defRPr sz="2325" b="0">
                <a:solidFill>
                  <a:srgbClr val="222222"/>
                </a:solidFill>
                <a:latin typeface="Noto Sans CJK SC"/>
                <a:ea typeface="Noto Sans CJK SC"/>
                <a:cs typeface="Noto Sans CJK SC"/>
              </a:defRPr>
            </a:lvl6pPr>
            <a:lvl7pPr algn="l">
              <a:defRPr sz="2325" b="0">
                <a:solidFill>
                  <a:srgbClr val="222222"/>
                </a:solidFill>
                <a:latin typeface="Noto Sans CJK SC"/>
                <a:ea typeface="Noto Sans CJK SC"/>
                <a:cs typeface="Noto Sans CJK SC"/>
              </a:defRPr>
            </a:lvl7pPr>
            <a:lvl8pPr algn="l">
              <a:defRPr sz="2325" b="0">
                <a:solidFill>
                  <a:srgbClr val="222222"/>
                </a:solidFill>
                <a:latin typeface="Noto Sans CJK SC"/>
                <a:ea typeface="Noto Sans CJK SC"/>
                <a:cs typeface="Noto Sans CJK SC"/>
              </a:defRPr>
            </a:lvl8pPr>
            <a:lvl9pPr algn="l">
              <a:defRPr sz="2325" b="0">
                <a:solidFill>
                  <a:srgbClr val="222222"/>
                </a:solidFill>
                <a:latin typeface="Noto Sans CJK SC"/>
                <a:ea typeface="Noto Sans CJK SC"/>
                <a:cs typeface="Noto Sans CJK SC"/>
              </a:defRPr>
            </a:lvl9pPr>
          </a:lstStyle>
          <a:p>
            <a:pPr algn="l">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语言条件易偏离动作</a:t>
            </a:r>
          </a:p>
        </p:txBody>
      </p:sp>
      <p:pic>
        <p:nvPicPr>
          <p:cNvPr id="5" name="">
            <a:extLst>
              <a:ext uri="{FF2B5EF4-FFF2-40B4-BE49-F238E27FC236}">
                <a16:creationId xmlns:a16="http://schemas.microsoft.com/office/drawing/2014/main" id="{DE4A7120-8E69-4165-91C5-FDEDBD690CA8}"/>
              </a:ext>
            </a:extLst>
          </p:cNvPr>
          <p:cNvPicPr>
            <a:picLocks noChangeAspect="1"/>
          </p:cNvPicPr>
          <p:nvPr/>
        </p:nvPicPr>
        <p:blipFill>
          <a:blip r:embed="rIdFigure31Photo1"/>
          <a:stretch/>
        </p:blipFill>
        <p:spPr>
          <a:xfrm>
            <a:off x="814388" y="2266950"/>
            <a:ext cx="3467100" cy="2600325"/>
          </a:xfrm>
          <a:prstGeom prst="rect">
            <a:avLst/>
          </a:prstGeom>
        </p:spPr>
      </p:pic>
      <p:sp>
        <p:nvSpPr>
          <p:cNvPr id="6" name="photo-a-caption">
            <a:extLst>
              <a:ext uri="{FF2B5EF4-FFF2-40B4-BE49-F238E27FC236}">
                <a16:creationId xmlns:a16="http://schemas.microsoft.com/office/drawing/2014/main" id="{83C4F500-946E-468C-B281-961B39C24DA6}"/>
              </a:ext>
            </a:extLst>
          </p:cNvPr>
          <p:cNvSpPr>
            <a:spLocks noGrp="1"/>
          </p:cNvSpPr>
          <p:nvPr/>
        </p:nvSpPr>
        <p:spPr>
          <a:xfrm>
            <a:off x="381000" y="4924425"/>
            <a:ext cx="4524375" cy="342900"/>
          </a:xfrm>
          <a:prstGeom prst="rect">
            <a:avLst/>
          </a:prstGeom>
          <a:noFill/>
          <a:ln w="0">
            <a:noFill/>
          </a:ln>
        </p:spPr>
        <p:txBody>
          <a:bodyPr wrap="none" lIns="0" tIns="0" rIns="0" bIns="0" anchor="ctr">
            <a:noAutofit/>
          </a:bodyPr>
          <a:lstStyle>
            <a:defPPr algn="l">
              <a:defRPr sz="1875" b="0">
                <a:solidFill>
                  <a:srgbClr val="64686C"/>
                </a:solidFill>
                <a:latin typeface="Noto Sans CJK SC"/>
                <a:ea typeface="Noto Sans CJK SC"/>
                <a:cs typeface="Noto Sans CJK SC"/>
              </a:defRPr>
            </a:defPPr>
            <a:lvl1pPr algn="l">
              <a:defRPr sz="1875" b="0">
                <a:solidFill>
                  <a:srgbClr val="64686C"/>
                </a:solidFill>
                <a:latin typeface="Noto Sans CJK SC"/>
                <a:ea typeface="Noto Sans CJK SC"/>
                <a:cs typeface="Noto Sans CJK SC"/>
              </a:defRPr>
            </a:lvl1pPr>
            <a:lvl2pPr algn="l">
              <a:defRPr sz="1875" b="0">
                <a:solidFill>
                  <a:srgbClr val="64686C"/>
                </a:solidFill>
                <a:latin typeface="Noto Sans CJK SC"/>
                <a:ea typeface="Noto Sans CJK SC"/>
                <a:cs typeface="Noto Sans CJK SC"/>
              </a:defRPr>
            </a:lvl2pPr>
            <a:lvl3pPr algn="l">
              <a:defRPr sz="1875" b="0">
                <a:solidFill>
                  <a:srgbClr val="64686C"/>
                </a:solidFill>
                <a:latin typeface="Noto Sans CJK SC"/>
                <a:ea typeface="Noto Sans CJK SC"/>
                <a:cs typeface="Noto Sans CJK SC"/>
              </a:defRPr>
            </a:lvl3pPr>
            <a:lvl4pPr algn="l">
              <a:defRPr sz="1875" b="0">
                <a:solidFill>
                  <a:srgbClr val="64686C"/>
                </a:solidFill>
                <a:latin typeface="Noto Sans CJK SC"/>
                <a:ea typeface="Noto Sans CJK SC"/>
                <a:cs typeface="Noto Sans CJK SC"/>
              </a:defRPr>
            </a:lvl4pPr>
            <a:lvl5pPr algn="l">
              <a:defRPr sz="1875" b="0">
                <a:solidFill>
                  <a:srgbClr val="64686C"/>
                </a:solidFill>
                <a:latin typeface="Noto Sans CJK SC"/>
                <a:ea typeface="Noto Sans CJK SC"/>
                <a:cs typeface="Noto Sans CJK SC"/>
              </a:defRPr>
            </a:lvl5pPr>
            <a:lvl6pPr algn="l">
              <a:defRPr sz="1875" b="0">
                <a:solidFill>
                  <a:srgbClr val="64686C"/>
                </a:solidFill>
                <a:latin typeface="Noto Sans CJK SC"/>
                <a:ea typeface="Noto Sans CJK SC"/>
                <a:cs typeface="Noto Sans CJK SC"/>
              </a:defRPr>
            </a:lvl6pPr>
            <a:lvl7pPr algn="l">
              <a:defRPr sz="1875" b="0">
                <a:solidFill>
                  <a:srgbClr val="64686C"/>
                </a:solidFill>
                <a:latin typeface="Noto Sans CJK SC"/>
                <a:ea typeface="Noto Sans CJK SC"/>
                <a:cs typeface="Noto Sans CJK SC"/>
              </a:defRPr>
            </a:lvl7pPr>
            <a:lvl8pPr algn="l">
              <a:defRPr sz="1875" b="0">
                <a:solidFill>
                  <a:srgbClr val="64686C"/>
                </a:solidFill>
                <a:latin typeface="Noto Sans CJK SC"/>
                <a:ea typeface="Noto Sans CJK SC"/>
                <a:cs typeface="Noto Sans CJK SC"/>
              </a:defRPr>
            </a:lvl8pPr>
            <a:lvl9pPr algn="l">
              <a:defRPr sz="1875" b="0">
                <a:solidFill>
                  <a:srgbClr val="64686C"/>
                </a:solidFill>
                <a:latin typeface="Noto Sans CJK SC"/>
                <a:ea typeface="Noto Sans CJK SC"/>
                <a:cs typeface="Noto Sans CJK SC"/>
              </a:defRPr>
            </a:lvl9pPr>
          </a:lstStyle>
          <a:p>
            <a:pPr algn="l">
              <a:defRPr sz="1875" b="0">
                <a:solidFill>
                  <a:srgbClr val="64686C"/>
                </a:solidFill>
                <a:latin typeface="Noto Sans CJK SC"/>
                <a:ea typeface="Noto Sans CJK SC"/>
                <a:cs typeface="Noto Sans CJK SC"/>
              </a:defRPr>
            </a:pPr>
            <a:r>
              <a:rPr sz="1875" b="0">
                <a:solidFill>
                  <a:srgbClr val="64686C"/>
                </a:solidFill>
                <a:latin typeface="Noto Sans CJK SC"/>
                <a:ea typeface="Noto Sans CJK SC"/>
                <a:cs typeface="Noto Sans CJK SC"/>
              </a:rPr>
              <a:t>MICA-LACE 既有任务画面（SO-100）</a:t>
            </a:r>
          </a:p>
        </p:txBody>
      </p:sp>
      <p:sp>
        <p:nvSpPr>
          <p:cNvPr id="7" name="semantic-anchor">
            <a:extLst>
              <a:ext uri="{FF2B5EF4-FFF2-40B4-BE49-F238E27FC236}">
                <a16:creationId xmlns:a16="http://schemas.microsoft.com/office/drawing/2014/main" id="{F101381D-6391-4DC3-94B2-831040387BE8}"/>
              </a:ext>
            </a:extLst>
          </p:cNvPr>
          <p:cNvSpPr>
            <a:spLocks noGrp="1"/>
          </p:cNvSpPr>
          <p:nvPr/>
        </p:nvSpPr>
        <p:spPr>
          <a:xfrm>
            <a:off x="381000" y="5457825"/>
            <a:ext cx="1838325" cy="657225"/>
          </a:xfrm>
          <a:prstGeom prst="rect">
            <a:avLst/>
          </a:prstGeom>
          <a:solidFill>
            <a:srgbClr val="F4F5F5"/>
          </a:solidFill>
          <a:ln w="17145">
            <a:solidFill>
              <a:srgbClr val="A6AAAD"/>
            </a:solidFill>
            <a:prstDash val="solid"/>
          </a:ln>
        </p:spPr>
      </p:sp>
      <p:sp>
        <p:nvSpPr>
          <p:cNvPr id="8" name="semantic-anchor-text">
            <a:extLst>
              <a:ext uri="{FF2B5EF4-FFF2-40B4-BE49-F238E27FC236}">
                <a16:creationId xmlns:a16="http://schemas.microsoft.com/office/drawing/2014/main" id="{84125294-0733-4379-A843-90FC53331013}"/>
              </a:ext>
            </a:extLst>
          </p:cNvPr>
          <p:cNvSpPr>
            <a:spLocks noGrp="1"/>
          </p:cNvSpPr>
          <p:nvPr/>
        </p:nvSpPr>
        <p:spPr>
          <a:xfrm>
            <a:off x="476250" y="5514975"/>
            <a:ext cx="1647825" cy="542925"/>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语义锚检索</a:t>
            </a:r>
          </a:p>
        </p:txBody>
      </p:sp>
      <p:cxnSp>
        <p:nvCxnSpPr>
          <p:cNvPr id="9" name="semantic-conditioning">
            <a:extLst>
              <a:ext uri="{FF2B5EF4-FFF2-40B4-BE49-F238E27FC236}">
                <a16:creationId xmlns:a16="http://schemas.microsoft.com/office/drawing/2014/main" id="{B576FEBA-6EAB-48F8-9FE0-FED4EC5AB4A6}"/>
              </a:ext>
            </a:extLst>
          </p:cNvPr>
          <p:cNvCxnSpPr/>
          <p:nvPr/>
        </p:nvCxnSpPr>
        <p:spPr>
          <a:xfrm flipH="0" flipV="0">
            <a:off x="2219325" y="5781675"/>
            <a:ext cx="419100" cy="0"/>
          </a:xfrm>
          <a:prstGeom prst="straightConnector1">
            <a:avLst/>
          </a:prstGeom>
          <a:ln w="20955">
            <a:solidFill>
              <a:srgbClr val="64686C"/>
            </a:solidFill>
            <a:prstDash val="solid"/>
            <a:tailEnd type="triangle" w="med" len="med"/>
          </a:ln>
        </p:spPr>
      </p:cxnSp>
      <p:sp>
        <p:nvSpPr>
          <p:cNvPr id="10" name="action-conditioning">
            <a:extLst>
              <a:ext uri="{FF2B5EF4-FFF2-40B4-BE49-F238E27FC236}">
                <a16:creationId xmlns:a16="http://schemas.microsoft.com/office/drawing/2014/main" id="{00409ED8-AD56-451F-BE66-9C46F4F777AC}"/>
              </a:ext>
            </a:extLst>
          </p:cNvPr>
          <p:cNvSpPr>
            <a:spLocks noGrp="1"/>
          </p:cNvSpPr>
          <p:nvPr/>
        </p:nvSpPr>
        <p:spPr>
          <a:xfrm>
            <a:off x="2638425" y="5457825"/>
            <a:ext cx="2076450" cy="657225"/>
          </a:xfrm>
          <a:prstGeom prst="rect">
            <a:avLst/>
          </a:prstGeom>
          <a:solidFill>
            <a:srgbClr val="F4F5F5"/>
          </a:solidFill>
          <a:ln w="17145">
            <a:solidFill>
              <a:srgbClr val="A6AAAD"/>
            </a:solidFill>
            <a:prstDash val="solid"/>
          </a:ln>
        </p:spPr>
      </p:sp>
      <p:sp>
        <p:nvSpPr>
          <p:cNvPr id="11" name="action-conditioning-text">
            <a:extLst>
              <a:ext uri="{FF2B5EF4-FFF2-40B4-BE49-F238E27FC236}">
                <a16:creationId xmlns:a16="http://schemas.microsoft.com/office/drawing/2014/main" id="{C79C8895-D29D-43AB-8D0A-6E7A3629193A}"/>
              </a:ext>
            </a:extLst>
          </p:cNvPr>
          <p:cNvSpPr>
            <a:spLocks noGrp="1"/>
          </p:cNvSpPr>
          <p:nvPr/>
        </p:nvSpPr>
        <p:spPr>
          <a:xfrm>
            <a:off x="2733675" y="5514975"/>
            <a:ext cx="1885950" cy="542925"/>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动作条件化</a:t>
            </a:r>
          </a:p>
        </p:txBody>
      </p:sp>
      <p:sp>
        <p:nvSpPr>
          <p:cNvPr id="12" name="invariance-test">
            <a:extLst>
              <a:ext uri="{FF2B5EF4-FFF2-40B4-BE49-F238E27FC236}">
                <a16:creationId xmlns:a16="http://schemas.microsoft.com/office/drawing/2014/main" id="{E3CF7252-CA25-467B-B963-E6B9956E4651}"/>
              </a:ext>
            </a:extLst>
          </p:cNvPr>
          <p:cNvSpPr>
            <a:spLocks noGrp="1"/>
          </p:cNvSpPr>
          <p:nvPr/>
        </p:nvSpPr>
        <p:spPr>
          <a:xfrm>
            <a:off x="381000" y="6286500"/>
            <a:ext cx="4572000" cy="342900"/>
          </a:xfrm>
          <a:prstGeom prst="rect">
            <a:avLst/>
          </a:prstGeom>
          <a:noFill/>
          <a:ln w="0">
            <a:noFill/>
          </a:ln>
        </p:spPr>
        <p:txBody>
          <a:bodyPr wrap="none" lIns="0" tIns="0" rIns="0" bIns="0" anchor="ctr">
            <a:noAutofit/>
          </a:bodyPr>
          <a:lstStyle>
            <a:defPPr algn="l">
              <a:defRPr sz="2025" b="0">
                <a:solidFill>
                  <a:srgbClr val="64686C"/>
                </a:solidFill>
                <a:latin typeface="Noto Sans CJK SC"/>
                <a:ea typeface="Noto Sans CJK SC"/>
                <a:cs typeface="Noto Sans CJK SC"/>
              </a:defRPr>
            </a:defPPr>
            <a:lvl1pPr algn="l">
              <a:defRPr sz="2025" b="0">
                <a:solidFill>
                  <a:srgbClr val="64686C"/>
                </a:solidFill>
                <a:latin typeface="Noto Sans CJK SC"/>
                <a:ea typeface="Noto Sans CJK SC"/>
                <a:cs typeface="Noto Sans CJK SC"/>
              </a:defRPr>
            </a:lvl1pPr>
            <a:lvl2pPr algn="l">
              <a:defRPr sz="2025" b="0">
                <a:solidFill>
                  <a:srgbClr val="64686C"/>
                </a:solidFill>
                <a:latin typeface="Noto Sans CJK SC"/>
                <a:ea typeface="Noto Sans CJK SC"/>
                <a:cs typeface="Noto Sans CJK SC"/>
              </a:defRPr>
            </a:lvl2pPr>
            <a:lvl3pPr algn="l">
              <a:defRPr sz="2025" b="0">
                <a:solidFill>
                  <a:srgbClr val="64686C"/>
                </a:solidFill>
                <a:latin typeface="Noto Sans CJK SC"/>
                <a:ea typeface="Noto Sans CJK SC"/>
                <a:cs typeface="Noto Sans CJK SC"/>
              </a:defRPr>
            </a:lvl3pPr>
            <a:lvl4pPr algn="l">
              <a:defRPr sz="2025" b="0">
                <a:solidFill>
                  <a:srgbClr val="64686C"/>
                </a:solidFill>
                <a:latin typeface="Noto Sans CJK SC"/>
                <a:ea typeface="Noto Sans CJK SC"/>
                <a:cs typeface="Noto Sans CJK SC"/>
              </a:defRPr>
            </a:lvl4pPr>
            <a:lvl5pPr algn="l">
              <a:defRPr sz="2025" b="0">
                <a:solidFill>
                  <a:srgbClr val="64686C"/>
                </a:solidFill>
                <a:latin typeface="Noto Sans CJK SC"/>
                <a:ea typeface="Noto Sans CJK SC"/>
                <a:cs typeface="Noto Sans CJK SC"/>
              </a:defRPr>
            </a:lvl5pPr>
            <a:lvl6pPr algn="l">
              <a:defRPr sz="2025" b="0">
                <a:solidFill>
                  <a:srgbClr val="64686C"/>
                </a:solidFill>
                <a:latin typeface="Noto Sans CJK SC"/>
                <a:ea typeface="Noto Sans CJK SC"/>
                <a:cs typeface="Noto Sans CJK SC"/>
              </a:defRPr>
            </a:lvl6pPr>
            <a:lvl7pPr algn="l">
              <a:defRPr sz="2025" b="0">
                <a:solidFill>
                  <a:srgbClr val="64686C"/>
                </a:solidFill>
                <a:latin typeface="Noto Sans CJK SC"/>
                <a:ea typeface="Noto Sans CJK SC"/>
                <a:cs typeface="Noto Sans CJK SC"/>
              </a:defRPr>
            </a:lvl7pPr>
            <a:lvl8pPr algn="l">
              <a:defRPr sz="2025" b="0">
                <a:solidFill>
                  <a:srgbClr val="64686C"/>
                </a:solidFill>
                <a:latin typeface="Noto Sans CJK SC"/>
                <a:ea typeface="Noto Sans CJK SC"/>
                <a:cs typeface="Noto Sans CJK SC"/>
              </a:defRPr>
            </a:lvl8pPr>
            <a:lvl9pPr algn="l">
              <a:defRPr sz="2025" b="0">
                <a:solidFill>
                  <a:srgbClr val="64686C"/>
                </a:solidFill>
                <a:latin typeface="Noto Sans CJK SC"/>
                <a:ea typeface="Noto Sans CJK SC"/>
                <a:cs typeface="Noto Sans CJK SC"/>
              </a:defRPr>
            </a:lvl9pPr>
          </a:lstStyle>
          <a:p>
            <a:pPr algn="l">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同义保持行为，角色变化时响应</a:t>
            </a:r>
          </a:p>
        </p:txBody>
      </p:sp>
      <p:cxnSp>
        <p:nvCxnSpPr>
          <p:cNvPr id="13" name="prior-proposed-separator">
            <a:extLst>
              <a:ext uri="{FF2B5EF4-FFF2-40B4-BE49-F238E27FC236}">
                <a16:creationId xmlns:a16="http://schemas.microsoft.com/office/drawing/2014/main" id="{025F2153-EDE2-4321-9C9F-8FAC918DFCE0}"/>
              </a:ext>
            </a:extLst>
          </p:cNvPr>
          <p:cNvCxnSpPr/>
          <p:nvPr/>
        </p:nvCxnSpPr>
        <p:spPr>
          <a:xfrm flipH="0" flipV="0">
            <a:off x="5210175" y="685800"/>
            <a:ext cx="0" cy="5962650"/>
          </a:xfrm>
          <a:prstGeom prst="straightConnector1">
            <a:avLst/>
          </a:prstGeom>
          <a:ln w="12383">
            <a:solidFill>
              <a:srgbClr val="D2D4D5"/>
            </a:solidFill>
            <a:prstDash val="solid"/>
            <a:tailEnd type="none" w="med" len="med"/>
          </a:ln>
        </p:spPr>
      </p:cxnSp>
      <p:sp>
        <p:nvSpPr>
          <p:cNvPr id="14" name="panel-b">
            <a:extLst>
              <a:ext uri="{FF2B5EF4-FFF2-40B4-BE49-F238E27FC236}">
                <a16:creationId xmlns:a16="http://schemas.microsoft.com/office/drawing/2014/main" id="{D7811FED-06D5-418C-A47D-7332CED82F4C}"/>
              </a:ext>
            </a:extLst>
          </p:cNvPr>
          <p:cNvSpPr>
            <a:spLocks noGrp="1"/>
          </p:cNvSpPr>
          <p:nvPr/>
        </p:nvSpPr>
        <p:spPr>
          <a:xfrm>
            <a:off x="5619750" y="66675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b</a:t>
            </a:r>
          </a:p>
        </p:txBody>
      </p:sp>
      <p:sp>
        <p:nvSpPr>
          <p:cNvPr id="15" name="title-b">
            <a:extLst>
              <a:ext uri="{FF2B5EF4-FFF2-40B4-BE49-F238E27FC236}">
                <a16:creationId xmlns:a16="http://schemas.microsoft.com/office/drawing/2014/main" id="{875ABD29-F985-4C44-90A9-B85F9E896D2D}"/>
              </a:ext>
            </a:extLst>
          </p:cNvPr>
          <p:cNvSpPr>
            <a:spLocks noGrp="1"/>
          </p:cNvSpPr>
          <p:nvPr/>
        </p:nvSpPr>
        <p:spPr>
          <a:xfrm>
            <a:off x="6048375" y="666750"/>
            <a:ext cx="8715375" cy="457200"/>
          </a:xfrm>
          <a:prstGeom prst="rect">
            <a:avLst/>
          </a:prstGeom>
          <a:noFill/>
          <a:ln w="0">
            <a:noFill/>
          </a:ln>
        </p:spPr>
        <p:txBody>
          <a:bodyPr wrap="none" lIns="0" tIns="0" rIns="0" bIns="0" anchor="ctr">
            <a:noAutofit/>
          </a:bodyPr>
          <a:lstStyle>
            <a:defPPr algn="l">
              <a:defRPr sz="2700" b="1">
                <a:solidFill>
                  <a:srgbClr val="222222"/>
                </a:solidFill>
                <a:latin typeface="Noto Sans CJK SC"/>
                <a:ea typeface="Noto Sans CJK SC"/>
                <a:cs typeface="Noto Sans CJK SC"/>
              </a:defRPr>
            </a:defPPr>
            <a:lvl1pPr algn="l">
              <a:defRPr sz="2700" b="1">
                <a:solidFill>
                  <a:srgbClr val="222222"/>
                </a:solidFill>
                <a:latin typeface="Noto Sans CJK SC"/>
                <a:ea typeface="Noto Sans CJK SC"/>
                <a:cs typeface="Noto Sans CJK SC"/>
              </a:defRPr>
            </a:lvl1pPr>
            <a:lvl2pPr algn="l">
              <a:defRPr sz="2700" b="1">
                <a:solidFill>
                  <a:srgbClr val="222222"/>
                </a:solidFill>
                <a:latin typeface="Noto Sans CJK SC"/>
                <a:ea typeface="Noto Sans CJK SC"/>
                <a:cs typeface="Noto Sans CJK SC"/>
              </a:defRPr>
            </a:lvl2pPr>
            <a:lvl3pPr algn="l">
              <a:defRPr sz="2700" b="1">
                <a:solidFill>
                  <a:srgbClr val="222222"/>
                </a:solidFill>
                <a:latin typeface="Noto Sans CJK SC"/>
                <a:ea typeface="Noto Sans CJK SC"/>
                <a:cs typeface="Noto Sans CJK SC"/>
              </a:defRPr>
            </a:lvl3pPr>
            <a:lvl4pPr algn="l">
              <a:defRPr sz="2700" b="1">
                <a:solidFill>
                  <a:srgbClr val="222222"/>
                </a:solidFill>
                <a:latin typeface="Noto Sans CJK SC"/>
                <a:ea typeface="Noto Sans CJK SC"/>
                <a:cs typeface="Noto Sans CJK SC"/>
              </a:defRPr>
            </a:lvl4pPr>
            <a:lvl5pPr algn="l">
              <a:defRPr sz="2700" b="1">
                <a:solidFill>
                  <a:srgbClr val="222222"/>
                </a:solidFill>
                <a:latin typeface="Noto Sans CJK SC"/>
                <a:ea typeface="Noto Sans CJK SC"/>
                <a:cs typeface="Noto Sans CJK SC"/>
              </a:defRPr>
            </a:lvl5pPr>
            <a:lvl6pPr algn="l">
              <a:defRPr sz="2700" b="1">
                <a:solidFill>
                  <a:srgbClr val="222222"/>
                </a:solidFill>
                <a:latin typeface="Noto Sans CJK SC"/>
                <a:ea typeface="Noto Sans CJK SC"/>
                <a:cs typeface="Noto Sans CJK SC"/>
              </a:defRPr>
            </a:lvl6pPr>
            <a:lvl7pPr algn="l">
              <a:defRPr sz="2700" b="1">
                <a:solidFill>
                  <a:srgbClr val="222222"/>
                </a:solidFill>
                <a:latin typeface="Noto Sans CJK SC"/>
                <a:ea typeface="Noto Sans CJK SC"/>
                <a:cs typeface="Noto Sans CJK SC"/>
              </a:defRPr>
            </a:lvl7pPr>
            <a:lvl8pPr algn="l">
              <a:defRPr sz="2700" b="1">
                <a:solidFill>
                  <a:srgbClr val="222222"/>
                </a:solidFill>
                <a:latin typeface="Noto Sans CJK SC"/>
                <a:ea typeface="Noto Sans CJK SC"/>
                <a:cs typeface="Noto Sans CJK SC"/>
              </a:defRPr>
            </a:lvl8pPr>
            <a:lvl9pPr algn="l">
              <a:defRPr sz="2700" b="1">
                <a:solidFill>
                  <a:srgbClr val="222222"/>
                </a:solidFill>
                <a:latin typeface="Noto Sans CJK SC"/>
                <a:ea typeface="Noto Sans CJK SC"/>
                <a:cs typeface="Noto Sans CJK SC"/>
              </a:defRPr>
            </a:lvl9pPr>
          </a:lstStyle>
          <a:p>
            <a:pPr algn="l">
              <a:defRPr sz="2700" b="1">
                <a:solidFill>
                  <a:srgbClr val="222222"/>
                </a:solidFill>
                <a:latin typeface="Noto Sans CJK SC"/>
                <a:ea typeface="Noto Sans CJK SC"/>
                <a:cs typeface="Noto Sans CJK SC"/>
              </a:defRPr>
            </a:pPr>
            <a:r>
              <a:rPr sz="2700" b="1">
                <a:solidFill>
                  <a:srgbClr val="222222"/>
                </a:solidFill>
                <a:latin typeface="Noto Sans CJK SC"/>
                <a:ea typeface="Noto Sans CJK SC"/>
                <a:cs typeface="Noto Sans CJK SC"/>
              </a:rPr>
              <a:t>显式记忆与生成式子任务</a:t>
            </a:r>
          </a:p>
        </p:txBody>
      </p:sp>
      <p:sp>
        <p:nvSpPr>
          <p:cNvPr id="16" name="challenge-b">
            <a:extLst>
              <a:ext uri="{FF2B5EF4-FFF2-40B4-BE49-F238E27FC236}">
                <a16:creationId xmlns:a16="http://schemas.microsoft.com/office/drawing/2014/main" id="{25B8B51E-22E3-4A91-8251-C02C2E539243}"/>
              </a:ext>
            </a:extLst>
          </p:cNvPr>
          <p:cNvSpPr>
            <a:spLocks noGrp="1"/>
          </p:cNvSpPr>
          <p:nvPr/>
        </p:nvSpPr>
        <p:spPr>
          <a:xfrm>
            <a:off x="5619750" y="1219200"/>
            <a:ext cx="9144000" cy="390525"/>
          </a:xfrm>
          <a:prstGeom prst="rect">
            <a:avLst/>
          </a:prstGeom>
          <a:noFill/>
          <a:ln w="0">
            <a:noFill/>
          </a:ln>
        </p:spPr>
        <p:txBody>
          <a:bodyPr wrap="none" lIns="0" tIns="0" rIns="0" bIns="0" anchor="ctr">
            <a:noAutofit/>
          </a:bodyPr>
          <a:lstStyle>
            <a:defPPr algn="l">
              <a:defRPr sz="2325" b="0">
                <a:solidFill>
                  <a:srgbClr val="222222"/>
                </a:solidFill>
                <a:latin typeface="Noto Sans CJK SC"/>
                <a:ea typeface="Noto Sans CJK SC"/>
                <a:cs typeface="Noto Sans CJK SC"/>
              </a:defRPr>
            </a:defPPr>
            <a:lvl1pPr algn="l">
              <a:defRPr sz="2325" b="0">
                <a:solidFill>
                  <a:srgbClr val="222222"/>
                </a:solidFill>
                <a:latin typeface="Noto Sans CJK SC"/>
                <a:ea typeface="Noto Sans CJK SC"/>
                <a:cs typeface="Noto Sans CJK SC"/>
              </a:defRPr>
            </a:lvl1pPr>
            <a:lvl2pPr algn="l">
              <a:defRPr sz="2325" b="0">
                <a:solidFill>
                  <a:srgbClr val="222222"/>
                </a:solidFill>
                <a:latin typeface="Noto Sans CJK SC"/>
                <a:ea typeface="Noto Sans CJK SC"/>
                <a:cs typeface="Noto Sans CJK SC"/>
              </a:defRPr>
            </a:lvl2pPr>
            <a:lvl3pPr algn="l">
              <a:defRPr sz="2325" b="0">
                <a:solidFill>
                  <a:srgbClr val="222222"/>
                </a:solidFill>
                <a:latin typeface="Noto Sans CJK SC"/>
                <a:ea typeface="Noto Sans CJK SC"/>
                <a:cs typeface="Noto Sans CJK SC"/>
              </a:defRPr>
            </a:lvl3pPr>
            <a:lvl4pPr algn="l">
              <a:defRPr sz="2325" b="0">
                <a:solidFill>
                  <a:srgbClr val="222222"/>
                </a:solidFill>
                <a:latin typeface="Noto Sans CJK SC"/>
                <a:ea typeface="Noto Sans CJK SC"/>
                <a:cs typeface="Noto Sans CJK SC"/>
              </a:defRPr>
            </a:lvl4pPr>
            <a:lvl5pPr algn="l">
              <a:defRPr sz="2325" b="0">
                <a:solidFill>
                  <a:srgbClr val="222222"/>
                </a:solidFill>
                <a:latin typeface="Noto Sans CJK SC"/>
                <a:ea typeface="Noto Sans CJK SC"/>
                <a:cs typeface="Noto Sans CJK SC"/>
              </a:defRPr>
            </a:lvl5pPr>
            <a:lvl6pPr algn="l">
              <a:defRPr sz="2325" b="0">
                <a:solidFill>
                  <a:srgbClr val="222222"/>
                </a:solidFill>
                <a:latin typeface="Noto Sans CJK SC"/>
                <a:ea typeface="Noto Sans CJK SC"/>
                <a:cs typeface="Noto Sans CJK SC"/>
              </a:defRPr>
            </a:lvl6pPr>
            <a:lvl7pPr algn="l">
              <a:defRPr sz="2325" b="0">
                <a:solidFill>
                  <a:srgbClr val="222222"/>
                </a:solidFill>
                <a:latin typeface="Noto Sans CJK SC"/>
                <a:ea typeface="Noto Sans CJK SC"/>
                <a:cs typeface="Noto Sans CJK SC"/>
              </a:defRPr>
            </a:lvl7pPr>
            <a:lvl8pPr algn="l">
              <a:defRPr sz="2325" b="0">
                <a:solidFill>
                  <a:srgbClr val="222222"/>
                </a:solidFill>
                <a:latin typeface="Noto Sans CJK SC"/>
                <a:ea typeface="Noto Sans CJK SC"/>
                <a:cs typeface="Noto Sans CJK SC"/>
              </a:defRPr>
            </a:lvl8pPr>
            <a:lvl9pPr algn="l">
              <a:defRPr sz="2325" b="0">
                <a:solidFill>
                  <a:srgbClr val="222222"/>
                </a:solidFill>
                <a:latin typeface="Noto Sans CJK SC"/>
                <a:ea typeface="Noto Sans CJK SC"/>
                <a:cs typeface="Noto Sans CJK SC"/>
              </a:defRPr>
            </a:lvl9pPr>
          </a:lstStyle>
          <a:p>
            <a:pPr algn="l">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进度遗忘与失效事实沿用</a:t>
            </a:r>
          </a:p>
        </p:txBody>
      </p:sp>
      <p:sp>
        <p:nvSpPr>
          <p:cNvPr id="17" name="memory-record">
            <a:extLst>
              <a:ext uri="{FF2B5EF4-FFF2-40B4-BE49-F238E27FC236}">
                <a16:creationId xmlns:a16="http://schemas.microsoft.com/office/drawing/2014/main" id="{8C83B9EA-1EB1-418E-89C1-2F49183FBBCD}"/>
              </a:ext>
            </a:extLst>
          </p:cNvPr>
          <p:cNvSpPr>
            <a:spLocks noGrp="1"/>
          </p:cNvSpPr>
          <p:nvPr/>
        </p:nvSpPr>
        <p:spPr>
          <a:xfrm>
            <a:off x="5819775" y="1857375"/>
            <a:ext cx="3143250" cy="1485900"/>
          </a:xfrm>
          <a:prstGeom prst="rect">
            <a:avLst/>
          </a:prstGeom>
          <a:solidFill>
            <a:srgbClr val="EEF4F0"/>
          </a:solidFill>
          <a:ln w="17145">
            <a:solidFill>
              <a:srgbClr val="427568"/>
            </a:solidFill>
            <a:prstDash val="solid"/>
          </a:ln>
        </p:spPr>
      </p:sp>
      <p:sp>
        <p:nvSpPr>
          <p:cNvPr id="18" name="memory-title">
            <a:extLst>
              <a:ext uri="{FF2B5EF4-FFF2-40B4-BE49-F238E27FC236}">
                <a16:creationId xmlns:a16="http://schemas.microsoft.com/office/drawing/2014/main" id="{45AAA51F-F1BC-48C4-93E6-64AE3E88FF57}"/>
              </a:ext>
            </a:extLst>
          </p:cNvPr>
          <p:cNvSpPr>
            <a:spLocks noGrp="1"/>
          </p:cNvSpPr>
          <p:nvPr/>
        </p:nvSpPr>
        <p:spPr>
          <a:xfrm>
            <a:off x="5981700" y="1943100"/>
            <a:ext cx="2819400" cy="371475"/>
          </a:xfrm>
          <a:prstGeom prst="rect">
            <a:avLst/>
          </a:prstGeom>
          <a:noFill/>
          <a:ln w="0">
            <a:noFill/>
          </a:ln>
        </p:spPr>
        <p:txBody>
          <a:bodyPr wrap="none" lIns="0" tIns="0" rIns="0" bIns="0" anchor="ctr">
            <a:noAutofit/>
          </a:bodyPr>
          <a:lstStyle>
            <a:defPPr algn="l">
              <a:defRPr sz="2325" b="1">
                <a:solidFill>
                  <a:srgbClr val="222222"/>
                </a:solidFill>
                <a:latin typeface="Noto Sans CJK SC"/>
                <a:ea typeface="Noto Sans CJK SC"/>
                <a:cs typeface="Noto Sans CJK SC"/>
              </a:defRPr>
            </a:defPPr>
            <a:lvl1pPr algn="l">
              <a:defRPr sz="2325" b="1">
                <a:solidFill>
                  <a:srgbClr val="222222"/>
                </a:solidFill>
                <a:latin typeface="Noto Sans CJK SC"/>
                <a:ea typeface="Noto Sans CJK SC"/>
                <a:cs typeface="Noto Sans CJK SC"/>
              </a:defRPr>
            </a:lvl1pPr>
            <a:lvl2pPr algn="l">
              <a:defRPr sz="2325" b="1">
                <a:solidFill>
                  <a:srgbClr val="222222"/>
                </a:solidFill>
                <a:latin typeface="Noto Sans CJK SC"/>
                <a:ea typeface="Noto Sans CJK SC"/>
                <a:cs typeface="Noto Sans CJK SC"/>
              </a:defRPr>
            </a:lvl2pPr>
            <a:lvl3pPr algn="l">
              <a:defRPr sz="2325" b="1">
                <a:solidFill>
                  <a:srgbClr val="222222"/>
                </a:solidFill>
                <a:latin typeface="Noto Sans CJK SC"/>
                <a:ea typeface="Noto Sans CJK SC"/>
                <a:cs typeface="Noto Sans CJK SC"/>
              </a:defRPr>
            </a:lvl3pPr>
            <a:lvl4pPr algn="l">
              <a:defRPr sz="2325" b="1">
                <a:solidFill>
                  <a:srgbClr val="222222"/>
                </a:solidFill>
                <a:latin typeface="Noto Sans CJK SC"/>
                <a:ea typeface="Noto Sans CJK SC"/>
                <a:cs typeface="Noto Sans CJK SC"/>
              </a:defRPr>
            </a:lvl4pPr>
            <a:lvl5pPr algn="l">
              <a:defRPr sz="2325" b="1">
                <a:solidFill>
                  <a:srgbClr val="222222"/>
                </a:solidFill>
                <a:latin typeface="Noto Sans CJK SC"/>
                <a:ea typeface="Noto Sans CJK SC"/>
                <a:cs typeface="Noto Sans CJK SC"/>
              </a:defRPr>
            </a:lvl5pPr>
            <a:lvl6pPr algn="l">
              <a:defRPr sz="2325" b="1">
                <a:solidFill>
                  <a:srgbClr val="222222"/>
                </a:solidFill>
                <a:latin typeface="Noto Sans CJK SC"/>
                <a:ea typeface="Noto Sans CJK SC"/>
                <a:cs typeface="Noto Sans CJK SC"/>
              </a:defRPr>
            </a:lvl6pPr>
            <a:lvl7pPr algn="l">
              <a:defRPr sz="2325" b="1">
                <a:solidFill>
                  <a:srgbClr val="222222"/>
                </a:solidFill>
                <a:latin typeface="Noto Sans CJK SC"/>
                <a:ea typeface="Noto Sans CJK SC"/>
                <a:cs typeface="Noto Sans CJK SC"/>
              </a:defRPr>
            </a:lvl7pPr>
            <a:lvl8pPr algn="l">
              <a:defRPr sz="2325" b="1">
                <a:solidFill>
                  <a:srgbClr val="222222"/>
                </a:solidFill>
                <a:latin typeface="Noto Sans CJK SC"/>
                <a:ea typeface="Noto Sans CJK SC"/>
                <a:cs typeface="Noto Sans CJK SC"/>
              </a:defRPr>
            </a:lvl8pPr>
            <a:lvl9pPr algn="l">
              <a:defRPr sz="2325" b="1">
                <a:solidFill>
                  <a:srgbClr val="222222"/>
                </a:solidFill>
                <a:latin typeface="Noto Sans CJK SC"/>
                <a:ea typeface="Noto Sans CJK SC"/>
                <a:cs typeface="Noto Sans CJK SC"/>
              </a:defRPr>
            </a:lvl9pPr>
          </a:lstStyle>
          <a:p>
            <a:pPr algn="l">
              <a:defRPr sz="2325" b="1">
                <a:solidFill>
                  <a:srgbClr val="222222"/>
                </a:solidFill>
                <a:latin typeface="Noto Sans CJK SC"/>
                <a:ea typeface="Noto Sans CJK SC"/>
                <a:cs typeface="Noto Sans CJK SC"/>
              </a:defRPr>
            </a:pPr>
            <a:r>
              <a:rPr sz="2325" b="1">
                <a:solidFill>
                  <a:srgbClr val="222222"/>
                </a:solidFill>
                <a:latin typeface="Noto Sans CJK SC"/>
                <a:ea typeface="Noto Sans CJK SC"/>
                <a:cs typeface="Noto Sans CJK SC"/>
              </a:rPr>
              <a:t>执行记忆</a:t>
            </a:r>
          </a:p>
        </p:txBody>
      </p:sp>
      <p:cxnSp>
        <p:nvCxnSpPr>
          <p:cNvPr id="19" name="memory-rule">
            <a:extLst>
              <a:ext uri="{FF2B5EF4-FFF2-40B4-BE49-F238E27FC236}">
                <a16:creationId xmlns:a16="http://schemas.microsoft.com/office/drawing/2014/main" id="{89D35AE7-38D0-4B30-9D28-C38584963E3D}"/>
              </a:ext>
            </a:extLst>
          </p:cNvPr>
          <p:cNvCxnSpPr/>
          <p:nvPr/>
        </p:nvCxnSpPr>
        <p:spPr>
          <a:xfrm flipH="0" flipV="0">
            <a:off x="5972175" y="2381250"/>
            <a:ext cx="2838450" cy="0"/>
          </a:xfrm>
          <a:prstGeom prst="straightConnector1">
            <a:avLst/>
          </a:prstGeom>
          <a:ln w="11430">
            <a:solidFill>
              <a:srgbClr val="BACDC3"/>
            </a:solidFill>
            <a:prstDash val="solid"/>
            <a:tailEnd type="none" w="med" len="med"/>
          </a:ln>
        </p:spPr>
      </p:cxnSp>
      <p:sp>
        <p:nvSpPr>
          <p:cNvPr id="20" name="memory-progress">
            <a:extLst>
              <a:ext uri="{FF2B5EF4-FFF2-40B4-BE49-F238E27FC236}">
                <a16:creationId xmlns:a16="http://schemas.microsoft.com/office/drawing/2014/main" id="{BE283DE9-B4C2-4F31-AA5F-B6056E39BEAC}"/>
              </a:ext>
            </a:extLst>
          </p:cNvPr>
          <p:cNvSpPr>
            <a:spLocks noGrp="1"/>
          </p:cNvSpPr>
          <p:nvPr/>
        </p:nvSpPr>
        <p:spPr>
          <a:xfrm>
            <a:off x="5981700" y="2505075"/>
            <a:ext cx="2809875" cy="352425"/>
          </a:xfrm>
          <a:prstGeom prst="rect">
            <a:avLst/>
          </a:prstGeom>
          <a:noFill/>
          <a:ln w="0">
            <a:noFill/>
          </a:ln>
        </p:spPr>
        <p:txBody>
          <a:bodyPr wrap="none" lIns="0" tIns="0" rIns="0" bIns="0" anchor="ctr">
            <a:noAutofit/>
          </a:bodyPr>
          <a:lstStyle>
            <a:defPPr algn="l">
              <a:defRPr sz="2100" b="0">
                <a:solidFill>
                  <a:srgbClr val="222222"/>
                </a:solidFill>
                <a:latin typeface="Noto Sans CJK SC"/>
                <a:ea typeface="Noto Sans CJK SC"/>
                <a:cs typeface="Noto Sans CJK SC"/>
              </a:defRPr>
            </a:defPPr>
            <a:lvl1pPr algn="l">
              <a:defRPr sz="2100" b="0">
                <a:solidFill>
                  <a:srgbClr val="222222"/>
                </a:solidFill>
                <a:latin typeface="Noto Sans CJK SC"/>
                <a:ea typeface="Noto Sans CJK SC"/>
                <a:cs typeface="Noto Sans CJK SC"/>
              </a:defRPr>
            </a:lvl1pPr>
            <a:lvl2pPr algn="l">
              <a:defRPr sz="2100" b="0">
                <a:solidFill>
                  <a:srgbClr val="222222"/>
                </a:solidFill>
                <a:latin typeface="Noto Sans CJK SC"/>
                <a:ea typeface="Noto Sans CJK SC"/>
                <a:cs typeface="Noto Sans CJK SC"/>
              </a:defRPr>
            </a:lvl2pPr>
            <a:lvl3pPr algn="l">
              <a:defRPr sz="2100" b="0">
                <a:solidFill>
                  <a:srgbClr val="222222"/>
                </a:solidFill>
                <a:latin typeface="Noto Sans CJK SC"/>
                <a:ea typeface="Noto Sans CJK SC"/>
                <a:cs typeface="Noto Sans CJK SC"/>
              </a:defRPr>
            </a:lvl3pPr>
            <a:lvl4pPr algn="l">
              <a:defRPr sz="2100" b="0">
                <a:solidFill>
                  <a:srgbClr val="222222"/>
                </a:solidFill>
                <a:latin typeface="Noto Sans CJK SC"/>
                <a:ea typeface="Noto Sans CJK SC"/>
                <a:cs typeface="Noto Sans CJK SC"/>
              </a:defRPr>
            </a:lvl4pPr>
            <a:lvl5pPr algn="l">
              <a:defRPr sz="2100" b="0">
                <a:solidFill>
                  <a:srgbClr val="222222"/>
                </a:solidFill>
                <a:latin typeface="Noto Sans CJK SC"/>
                <a:ea typeface="Noto Sans CJK SC"/>
                <a:cs typeface="Noto Sans CJK SC"/>
              </a:defRPr>
            </a:lvl5pPr>
            <a:lvl6pPr algn="l">
              <a:defRPr sz="2100" b="0">
                <a:solidFill>
                  <a:srgbClr val="222222"/>
                </a:solidFill>
                <a:latin typeface="Noto Sans CJK SC"/>
                <a:ea typeface="Noto Sans CJK SC"/>
                <a:cs typeface="Noto Sans CJK SC"/>
              </a:defRPr>
            </a:lvl6pPr>
            <a:lvl7pPr algn="l">
              <a:defRPr sz="2100" b="0">
                <a:solidFill>
                  <a:srgbClr val="222222"/>
                </a:solidFill>
                <a:latin typeface="Noto Sans CJK SC"/>
                <a:ea typeface="Noto Sans CJK SC"/>
                <a:cs typeface="Noto Sans CJK SC"/>
              </a:defRPr>
            </a:lvl7pPr>
            <a:lvl8pPr algn="l">
              <a:defRPr sz="2100" b="0">
                <a:solidFill>
                  <a:srgbClr val="222222"/>
                </a:solidFill>
                <a:latin typeface="Noto Sans CJK SC"/>
                <a:ea typeface="Noto Sans CJK SC"/>
                <a:cs typeface="Noto Sans CJK SC"/>
              </a:defRPr>
            </a:lvl8pPr>
            <a:lvl9pPr algn="l">
              <a:defRPr sz="2100" b="0">
                <a:solidFill>
                  <a:srgbClr val="222222"/>
                </a:solidFill>
                <a:latin typeface="Noto Sans CJK SC"/>
                <a:ea typeface="Noto Sans CJK SC"/>
                <a:cs typeface="Noto Sans CJK SC"/>
              </a:defRPr>
            </a:lvl9pPr>
          </a:lstStyle>
          <a:p>
            <a:pPr algn="l">
              <a:defRPr sz="2100" b="0">
                <a:solidFill>
                  <a:srgbClr val="222222"/>
                </a:solidFill>
                <a:latin typeface="Noto Sans CJK SC"/>
                <a:ea typeface="Noto Sans CJK SC"/>
                <a:cs typeface="Noto Sans CJK SC"/>
              </a:defRPr>
            </a:pPr>
            <a:r>
              <a:rPr sz="2100" b="0">
                <a:solidFill>
                  <a:srgbClr val="222222"/>
                </a:solidFill>
                <a:latin typeface="Noto Sans CJK SC"/>
                <a:ea typeface="Noto Sans CJK SC"/>
                <a:cs typeface="Noto Sans CJK SC"/>
              </a:rPr>
              <a:t>已完成：归置器皿</a:t>
            </a:r>
          </a:p>
        </p:txBody>
      </p:sp>
      <p:sp>
        <p:nvSpPr>
          <p:cNvPr id="21" name="memory-held">
            <a:extLst>
              <a:ext uri="{FF2B5EF4-FFF2-40B4-BE49-F238E27FC236}">
                <a16:creationId xmlns:a16="http://schemas.microsoft.com/office/drawing/2014/main" id="{CA8599AC-4FE2-40F3-A9C3-C09EA412FFF2}"/>
              </a:ext>
            </a:extLst>
          </p:cNvPr>
          <p:cNvSpPr>
            <a:spLocks noGrp="1"/>
          </p:cNvSpPr>
          <p:nvPr/>
        </p:nvSpPr>
        <p:spPr>
          <a:xfrm>
            <a:off x="5981700" y="2914650"/>
            <a:ext cx="2809875" cy="342900"/>
          </a:xfrm>
          <a:prstGeom prst="rect">
            <a:avLst/>
          </a:prstGeom>
          <a:noFill/>
          <a:ln w="0">
            <a:noFill/>
          </a:ln>
        </p:spPr>
        <p:txBody>
          <a:bodyPr wrap="none" lIns="0" tIns="0" rIns="0" bIns="0" anchor="ctr">
            <a:noAutofit/>
          </a:bodyPr>
          <a:lstStyle>
            <a:defPPr algn="l">
              <a:defRPr sz="2100" b="0">
                <a:solidFill>
                  <a:srgbClr val="222222"/>
                </a:solidFill>
                <a:latin typeface="Noto Sans CJK SC"/>
                <a:ea typeface="Noto Sans CJK SC"/>
                <a:cs typeface="Noto Sans CJK SC"/>
              </a:defRPr>
            </a:defPPr>
            <a:lvl1pPr algn="l">
              <a:defRPr sz="2100" b="0">
                <a:solidFill>
                  <a:srgbClr val="222222"/>
                </a:solidFill>
                <a:latin typeface="Noto Sans CJK SC"/>
                <a:ea typeface="Noto Sans CJK SC"/>
                <a:cs typeface="Noto Sans CJK SC"/>
              </a:defRPr>
            </a:lvl1pPr>
            <a:lvl2pPr algn="l">
              <a:defRPr sz="2100" b="0">
                <a:solidFill>
                  <a:srgbClr val="222222"/>
                </a:solidFill>
                <a:latin typeface="Noto Sans CJK SC"/>
                <a:ea typeface="Noto Sans CJK SC"/>
                <a:cs typeface="Noto Sans CJK SC"/>
              </a:defRPr>
            </a:lvl2pPr>
            <a:lvl3pPr algn="l">
              <a:defRPr sz="2100" b="0">
                <a:solidFill>
                  <a:srgbClr val="222222"/>
                </a:solidFill>
                <a:latin typeface="Noto Sans CJK SC"/>
                <a:ea typeface="Noto Sans CJK SC"/>
                <a:cs typeface="Noto Sans CJK SC"/>
              </a:defRPr>
            </a:lvl3pPr>
            <a:lvl4pPr algn="l">
              <a:defRPr sz="2100" b="0">
                <a:solidFill>
                  <a:srgbClr val="222222"/>
                </a:solidFill>
                <a:latin typeface="Noto Sans CJK SC"/>
                <a:ea typeface="Noto Sans CJK SC"/>
                <a:cs typeface="Noto Sans CJK SC"/>
              </a:defRPr>
            </a:lvl4pPr>
            <a:lvl5pPr algn="l">
              <a:defRPr sz="2100" b="0">
                <a:solidFill>
                  <a:srgbClr val="222222"/>
                </a:solidFill>
                <a:latin typeface="Noto Sans CJK SC"/>
                <a:ea typeface="Noto Sans CJK SC"/>
                <a:cs typeface="Noto Sans CJK SC"/>
              </a:defRPr>
            </a:lvl5pPr>
            <a:lvl6pPr algn="l">
              <a:defRPr sz="2100" b="0">
                <a:solidFill>
                  <a:srgbClr val="222222"/>
                </a:solidFill>
                <a:latin typeface="Noto Sans CJK SC"/>
                <a:ea typeface="Noto Sans CJK SC"/>
                <a:cs typeface="Noto Sans CJK SC"/>
              </a:defRPr>
            </a:lvl6pPr>
            <a:lvl7pPr algn="l">
              <a:defRPr sz="2100" b="0">
                <a:solidFill>
                  <a:srgbClr val="222222"/>
                </a:solidFill>
                <a:latin typeface="Noto Sans CJK SC"/>
                <a:ea typeface="Noto Sans CJK SC"/>
                <a:cs typeface="Noto Sans CJK SC"/>
              </a:defRPr>
            </a:lvl7pPr>
            <a:lvl8pPr algn="l">
              <a:defRPr sz="2100" b="0">
                <a:solidFill>
                  <a:srgbClr val="222222"/>
                </a:solidFill>
                <a:latin typeface="Noto Sans CJK SC"/>
                <a:ea typeface="Noto Sans CJK SC"/>
                <a:cs typeface="Noto Sans CJK SC"/>
              </a:defRPr>
            </a:lvl8pPr>
            <a:lvl9pPr algn="l">
              <a:defRPr sz="2100" b="0">
                <a:solidFill>
                  <a:srgbClr val="222222"/>
                </a:solidFill>
                <a:latin typeface="Noto Sans CJK SC"/>
                <a:ea typeface="Noto Sans CJK SC"/>
                <a:cs typeface="Noto Sans CJK SC"/>
              </a:defRPr>
            </a:lvl9pPr>
          </a:lstStyle>
          <a:p>
            <a:pPr algn="l">
              <a:defRPr sz="2100" b="0">
                <a:solidFill>
                  <a:srgbClr val="222222"/>
                </a:solidFill>
                <a:latin typeface="Noto Sans CJK SC"/>
                <a:ea typeface="Noto Sans CJK SC"/>
                <a:cs typeface="Noto Sans CJK SC"/>
              </a:defRPr>
            </a:pPr>
            <a:r>
              <a:rPr sz="2100" b="0">
                <a:solidFill>
                  <a:srgbClr val="222222"/>
                </a:solidFill>
                <a:latin typeface="Noto Sans CJK SC"/>
                <a:ea typeface="Noto Sans CJK SC"/>
                <a:cs typeface="Noto Sans CJK SC"/>
              </a:rPr>
              <a:t>当前持物：空</a:t>
            </a:r>
          </a:p>
        </p:txBody>
      </p:sp>
      <p:cxnSp>
        <p:nvCxnSpPr>
          <p:cNvPr id="22" name="read-memory">
            <a:extLst>
              <a:ext uri="{FF2B5EF4-FFF2-40B4-BE49-F238E27FC236}">
                <a16:creationId xmlns:a16="http://schemas.microsoft.com/office/drawing/2014/main" id="{6F13851A-6603-412C-9A73-A8D338118267}"/>
              </a:ext>
            </a:extLst>
          </p:cNvPr>
          <p:cNvCxnSpPr/>
          <p:nvPr/>
        </p:nvCxnSpPr>
        <p:spPr>
          <a:xfrm flipH="0" flipV="0">
            <a:off x="6677025" y="3343275"/>
            <a:ext cx="0" cy="657225"/>
          </a:xfrm>
          <a:prstGeom prst="straightConnector1">
            <a:avLst/>
          </a:prstGeom>
          <a:ln w="20955">
            <a:solidFill>
              <a:srgbClr val="427568"/>
            </a:solidFill>
            <a:prstDash val="solid"/>
            <a:tailEnd type="triangle" w="med" len="med"/>
          </a:ln>
        </p:spPr>
      </p:cxnSp>
      <p:cxnSp>
        <p:nvCxnSpPr>
          <p:cNvPr id="23" name="update-memory">
            <a:extLst>
              <a:ext uri="{FF2B5EF4-FFF2-40B4-BE49-F238E27FC236}">
                <a16:creationId xmlns:a16="http://schemas.microsoft.com/office/drawing/2014/main" id="{E50A17AE-C0F0-4E37-AF6A-2700CC543AB3}"/>
              </a:ext>
            </a:extLst>
          </p:cNvPr>
          <p:cNvCxnSpPr/>
          <p:nvPr/>
        </p:nvCxnSpPr>
        <p:spPr>
          <a:xfrm flipH="0" flipV="1">
            <a:off x="8191500" y="3343275"/>
            <a:ext cx="0" cy="657225"/>
          </a:xfrm>
          <a:prstGeom prst="straightConnector1">
            <a:avLst/>
          </a:prstGeom>
          <a:ln w="20955">
            <a:solidFill>
              <a:srgbClr val="427568"/>
            </a:solidFill>
            <a:prstDash val="solid"/>
            <a:tailEnd type="triangle" w="med" len="med"/>
          </a:ln>
        </p:spPr>
      </p:cxnSp>
      <p:sp>
        <p:nvSpPr>
          <p:cNvPr id="24" name="read-label">
            <a:extLst>
              <a:ext uri="{FF2B5EF4-FFF2-40B4-BE49-F238E27FC236}">
                <a16:creationId xmlns:a16="http://schemas.microsoft.com/office/drawing/2014/main" id="{277DC8DE-F16E-4F23-8994-D66E4853E716}"/>
              </a:ext>
            </a:extLst>
          </p:cNvPr>
          <p:cNvSpPr>
            <a:spLocks noGrp="1"/>
          </p:cNvSpPr>
          <p:nvPr/>
        </p:nvSpPr>
        <p:spPr>
          <a:xfrm>
            <a:off x="6124575" y="3505200"/>
            <a:ext cx="733425" cy="333375"/>
          </a:xfrm>
          <a:prstGeom prst="rect">
            <a:avLst/>
          </a:prstGeom>
          <a:noFill/>
          <a:ln w="0">
            <a:noFill/>
          </a:ln>
        </p:spPr>
        <p:txBody>
          <a:bodyPr wrap="none" lIns="0" tIns="0" rIns="0" bIns="0" anchor="ctr">
            <a:noAutofit/>
          </a:bodyPr>
          <a:lstStyle>
            <a:defPPr algn="l">
              <a:defRPr sz="1950" b="0">
                <a:solidFill>
                  <a:srgbClr val="64686C"/>
                </a:solidFill>
                <a:latin typeface="Noto Sans CJK SC"/>
                <a:ea typeface="Noto Sans CJK SC"/>
                <a:cs typeface="Noto Sans CJK SC"/>
              </a:defRPr>
            </a:defPPr>
            <a:lvl1pPr algn="l">
              <a:defRPr sz="1950" b="0">
                <a:solidFill>
                  <a:srgbClr val="64686C"/>
                </a:solidFill>
                <a:latin typeface="Noto Sans CJK SC"/>
                <a:ea typeface="Noto Sans CJK SC"/>
                <a:cs typeface="Noto Sans CJK SC"/>
              </a:defRPr>
            </a:lvl1pPr>
            <a:lvl2pPr algn="l">
              <a:defRPr sz="1950" b="0">
                <a:solidFill>
                  <a:srgbClr val="64686C"/>
                </a:solidFill>
                <a:latin typeface="Noto Sans CJK SC"/>
                <a:ea typeface="Noto Sans CJK SC"/>
                <a:cs typeface="Noto Sans CJK SC"/>
              </a:defRPr>
            </a:lvl2pPr>
            <a:lvl3pPr algn="l">
              <a:defRPr sz="1950" b="0">
                <a:solidFill>
                  <a:srgbClr val="64686C"/>
                </a:solidFill>
                <a:latin typeface="Noto Sans CJK SC"/>
                <a:ea typeface="Noto Sans CJK SC"/>
                <a:cs typeface="Noto Sans CJK SC"/>
              </a:defRPr>
            </a:lvl3pPr>
            <a:lvl4pPr algn="l">
              <a:defRPr sz="1950" b="0">
                <a:solidFill>
                  <a:srgbClr val="64686C"/>
                </a:solidFill>
                <a:latin typeface="Noto Sans CJK SC"/>
                <a:ea typeface="Noto Sans CJK SC"/>
                <a:cs typeface="Noto Sans CJK SC"/>
              </a:defRPr>
            </a:lvl4pPr>
            <a:lvl5pPr algn="l">
              <a:defRPr sz="1950" b="0">
                <a:solidFill>
                  <a:srgbClr val="64686C"/>
                </a:solidFill>
                <a:latin typeface="Noto Sans CJK SC"/>
                <a:ea typeface="Noto Sans CJK SC"/>
                <a:cs typeface="Noto Sans CJK SC"/>
              </a:defRPr>
            </a:lvl5pPr>
            <a:lvl6pPr algn="l">
              <a:defRPr sz="1950" b="0">
                <a:solidFill>
                  <a:srgbClr val="64686C"/>
                </a:solidFill>
                <a:latin typeface="Noto Sans CJK SC"/>
                <a:ea typeface="Noto Sans CJK SC"/>
                <a:cs typeface="Noto Sans CJK SC"/>
              </a:defRPr>
            </a:lvl6pPr>
            <a:lvl7pPr algn="l">
              <a:defRPr sz="1950" b="0">
                <a:solidFill>
                  <a:srgbClr val="64686C"/>
                </a:solidFill>
                <a:latin typeface="Noto Sans CJK SC"/>
                <a:ea typeface="Noto Sans CJK SC"/>
                <a:cs typeface="Noto Sans CJK SC"/>
              </a:defRPr>
            </a:lvl7pPr>
            <a:lvl8pPr algn="l">
              <a:defRPr sz="1950" b="0">
                <a:solidFill>
                  <a:srgbClr val="64686C"/>
                </a:solidFill>
                <a:latin typeface="Noto Sans CJK SC"/>
                <a:ea typeface="Noto Sans CJK SC"/>
                <a:cs typeface="Noto Sans CJK SC"/>
              </a:defRPr>
            </a:lvl8pPr>
            <a:lvl9pPr algn="l">
              <a:defRPr sz="1950" b="0">
                <a:solidFill>
                  <a:srgbClr val="64686C"/>
                </a:solidFill>
                <a:latin typeface="Noto Sans CJK SC"/>
                <a:ea typeface="Noto Sans CJK SC"/>
                <a:cs typeface="Noto Sans CJK SC"/>
              </a:defRPr>
            </a:lvl9pPr>
          </a:lstStyle>
          <a:p>
            <a:pPr algn="l">
              <a:defRPr sz="1950" b="0">
                <a:solidFill>
                  <a:srgbClr val="64686C"/>
                </a:solidFill>
                <a:latin typeface="Noto Sans CJK SC"/>
                <a:ea typeface="Noto Sans CJK SC"/>
                <a:cs typeface="Noto Sans CJK SC"/>
              </a:defRPr>
            </a:pPr>
            <a:r>
              <a:rPr sz="1950" b="0">
                <a:solidFill>
                  <a:srgbClr val="64686C"/>
                </a:solidFill>
                <a:latin typeface="Noto Sans CJK SC"/>
                <a:ea typeface="Noto Sans CJK SC"/>
                <a:cs typeface="Noto Sans CJK SC"/>
              </a:rPr>
              <a:t>读取</a:t>
            </a:r>
          </a:p>
        </p:txBody>
      </p:sp>
      <p:sp>
        <p:nvSpPr>
          <p:cNvPr id="25" name="write-label">
            <a:extLst>
              <a:ext uri="{FF2B5EF4-FFF2-40B4-BE49-F238E27FC236}">
                <a16:creationId xmlns:a16="http://schemas.microsoft.com/office/drawing/2014/main" id="{C3F1BD5A-3C4D-40D5-A03A-697E5FC59365}"/>
              </a:ext>
            </a:extLst>
          </p:cNvPr>
          <p:cNvSpPr>
            <a:spLocks noGrp="1"/>
          </p:cNvSpPr>
          <p:nvPr/>
        </p:nvSpPr>
        <p:spPr>
          <a:xfrm>
            <a:off x="8286750" y="3514725"/>
            <a:ext cx="1371600" cy="333375"/>
          </a:xfrm>
          <a:prstGeom prst="rect">
            <a:avLst/>
          </a:prstGeom>
          <a:noFill/>
          <a:ln w="0">
            <a:noFill/>
          </a:ln>
        </p:spPr>
        <p:txBody>
          <a:bodyPr wrap="none" lIns="0" tIns="0" rIns="0" bIns="0" anchor="ctr">
            <a:noAutofit/>
          </a:bodyPr>
          <a:lstStyle>
            <a:defPPr algn="l">
              <a:defRPr sz="1950" b="0">
                <a:solidFill>
                  <a:srgbClr val="64686C"/>
                </a:solidFill>
                <a:latin typeface="Noto Sans CJK SC"/>
                <a:ea typeface="Noto Sans CJK SC"/>
                <a:cs typeface="Noto Sans CJK SC"/>
              </a:defRPr>
            </a:defPPr>
            <a:lvl1pPr algn="l">
              <a:defRPr sz="1950" b="0">
                <a:solidFill>
                  <a:srgbClr val="64686C"/>
                </a:solidFill>
                <a:latin typeface="Noto Sans CJK SC"/>
                <a:ea typeface="Noto Sans CJK SC"/>
                <a:cs typeface="Noto Sans CJK SC"/>
              </a:defRPr>
            </a:lvl1pPr>
            <a:lvl2pPr algn="l">
              <a:defRPr sz="1950" b="0">
                <a:solidFill>
                  <a:srgbClr val="64686C"/>
                </a:solidFill>
                <a:latin typeface="Noto Sans CJK SC"/>
                <a:ea typeface="Noto Sans CJK SC"/>
                <a:cs typeface="Noto Sans CJK SC"/>
              </a:defRPr>
            </a:lvl2pPr>
            <a:lvl3pPr algn="l">
              <a:defRPr sz="1950" b="0">
                <a:solidFill>
                  <a:srgbClr val="64686C"/>
                </a:solidFill>
                <a:latin typeface="Noto Sans CJK SC"/>
                <a:ea typeface="Noto Sans CJK SC"/>
                <a:cs typeface="Noto Sans CJK SC"/>
              </a:defRPr>
            </a:lvl3pPr>
            <a:lvl4pPr algn="l">
              <a:defRPr sz="1950" b="0">
                <a:solidFill>
                  <a:srgbClr val="64686C"/>
                </a:solidFill>
                <a:latin typeface="Noto Sans CJK SC"/>
                <a:ea typeface="Noto Sans CJK SC"/>
                <a:cs typeface="Noto Sans CJK SC"/>
              </a:defRPr>
            </a:lvl4pPr>
            <a:lvl5pPr algn="l">
              <a:defRPr sz="1950" b="0">
                <a:solidFill>
                  <a:srgbClr val="64686C"/>
                </a:solidFill>
                <a:latin typeface="Noto Sans CJK SC"/>
                <a:ea typeface="Noto Sans CJK SC"/>
                <a:cs typeface="Noto Sans CJK SC"/>
              </a:defRPr>
            </a:lvl5pPr>
            <a:lvl6pPr algn="l">
              <a:defRPr sz="1950" b="0">
                <a:solidFill>
                  <a:srgbClr val="64686C"/>
                </a:solidFill>
                <a:latin typeface="Noto Sans CJK SC"/>
                <a:ea typeface="Noto Sans CJK SC"/>
                <a:cs typeface="Noto Sans CJK SC"/>
              </a:defRPr>
            </a:lvl6pPr>
            <a:lvl7pPr algn="l">
              <a:defRPr sz="1950" b="0">
                <a:solidFill>
                  <a:srgbClr val="64686C"/>
                </a:solidFill>
                <a:latin typeface="Noto Sans CJK SC"/>
                <a:ea typeface="Noto Sans CJK SC"/>
                <a:cs typeface="Noto Sans CJK SC"/>
              </a:defRPr>
            </a:lvl7pPr>
            <a:lvl8pPr algn="l">
              <a:defRPr sz="1950" b="0">
                <a:solidFill>
                  <a:srgbClr val="64686C"/>
                </a:solidFill>
                <a:latin typeface="Noto Sans CJK SC"/>
                <a:ea typeface="Noto Sans CJK SC"/>
                <a:cs typeface="Noto Sans CJK SC"/>
              </a:defRPr>
            </a:lvl8pPr>
            <a:lvl9pPr algn="l">
              <a:defRPr sz="1950" b="0">
                <a:solidFill>
                  <a:srgbClr val="64686C"/>
                </a:solidFill>
                <a:latin typeface="Noto Sans CJK SC"/>
                <a:ea typeface="Noto Sans CJK SC"/>
                <a:cs typeface="Noto Sans CJK SC"/>
              </a:defRPr>
            </a:lvl9pPr>
          </a:lstStyle>
          <a:p>
            <a:pPr algn="l">
              <a:defRPr sz="1950" b="0">
                <a:solidFill>
                  <a:srgbClr val="64686C"/>
                </a:solidFill>
                <a:latin typeface="Noto Sans CJK SC"/>
                <a:ea typeface="Noto Sans CJK SC"/>
                <a:cs typeface="Noto Sans CJK SC"/>
              </a:defRPr>
            </a:pPr>
            <a:r>
              <a:rPr sz="1950" b="0">
                <a:solidFill>
                  <a:srgbClr val="64686C"/>
                </a:solidFill>
                <a:latin typeface="Noto Sans CJK SC"/>
                <a:ea typeface="Noto Sans CJK SC"/>
                <a:cs typeface="Noto Sans CJK SC"/>
              </a:rPr>
              <a:t>更新／撤回</a:t>
            </a:r>
          </a:p>
        </p:txBody>
      </p:sp>
      <p:sp>
        <p:nvSpPr>
          <p:cNvPr id="26" name="own-vlm">
            <a:extLst>
              <a:ext uri="{FF2B5EF4-FFF2-40B4-BE49-F238E27FC236}">
                <a16:creationId xmlns:a16="http://schemas.microsoft.com/office/drawing/2014/main" id="{52702E98-9170-4069-9FAD-9F56A4F94147}"/>
              </a:ext>
            </a:extLst>
          </p:cNvPr>
          <p:cNvSpPr>
            <a:spLocks noGrp="1"/>
          </p:cNvSpPr>
          <p:nvPr/>
        </p:nvSpPr>
        <p:spPr>
          <a:xfrm>
            <a:off x="5819775" y="4000500"/>
            <a:ext cx="3143250" cy="1047750"/>
          </a:xfrm>
          <a:prstGeom prst="rect">
            <a:avLst/>
          </a:prstGeom>
          <a:solidFill>
            <a:srgbClr val="EAF1F6"/>
          </a:solidFill>
          <a:ln w="17145">
            <a:solidFill>
              <a:srgbClr val="315E80"/>
            </a:solidFill>
            <a:prstDash val="solid"/>
          </a:ln>
        </p:spPr>
      </p:sp>
      <p:sp>
        <p:nvSpPr>
          <p:cNvPr id="27" name="own-vlm-text">
            <a:extLst>
              <a:ext uri="{FF2B5EF4-FFF2-40B4-BE49-F238E27FC236}">
                <a16:creationId xmlns:a16="http://schemas.microsoft.com/office/drawing/2014/main" id="{87804FA5-147D-4C7F-B918-66395C4873EA}"/>
              </a:ext>
            </a:extLst>
          </p:cNvPr>
          <p:cNvSpPr>
            <a:spLocks noGrp="1"/>
          </p:cNvSpPr>
          <p:nvPr/>
        </p:nvSpPr>
        <p:spPr>
          <a:xfrm>
            <a:off x="5915025" y="4057650"/>
            <a:ext cx="2952750" cy="933450"/>
          </a:xfrm>
          <a:prstGeom prst="rect">
            <a:avLst/>
          </a:prstGeom>
          <a:noFill/>
          <a:ln w="0">
            <a:noFill/>
          </a:ln>
        </p:spPr>
        <p:txBody>
          <a:bodyPr wrap="none" lIns="0" tIns="0" rIns="0" bIns="0" anchor="ctr">
            <a:noAutofit/>
          </a:bodyPr>
          <a:lstStyle>
            <a:defPPr algn="ctr">
              <a:defRPr sz="2700" b="1">
                <a:solidFill>
                  <a:srgbClr val="222222"/>
                </a:solidFill>
                <a:latin typeface="Noto Sans CJK SC"/>
                <a:ea typeface="Noto Sans CJK SC"/>
                <a:cs typeface="Noto Sans CJK SC"/>
              </a:defRPr>
            </a:defPPr>
            <a:lvl1pPr algn="ctr">
              <a:defRPr sz="2700" b="1">
                <a:solidFill>
                  <a:srgbClr val="222222"/>
                </a:solidFill>
                <a:latin typeface="Noto Sans CJK SC"/>
                <a:ea typeface="Noto Sans CJK SC"/>
                <a:cs typeface="Noto Sans CJK SC"/>
              </a:defRPr>
            </a:lvl1pPr>
            <a:lvl2pPr algn="ctr">
              <a:defRPr sz="2700" b="1">
                <a:solidFill>
                  <a:srgbClr val="222222"/>
                </a:solidFill>
                <a:latin typeface="Noto Sans CJK SC"/>
                <a:ea typeface="Noto Sans CJK SC"/>
                <a:cs typeface="Noto Sans CJK SC"/>
              </a:defRPr>
            </a:lvl2pPr>
            <a:lvl3pPr algn="ctr">
              <a:defRPr sz="2700" b="1">
                <a:solidFill>
                  <a:srgbClr val="222222"/>
                </a:solidFill>
                <a:latin typeface="Noto Sans CJK SC"/>
                <a:ea typeface="Noto Sans CJK SC"/>
                <a:cs typeface="Noto Sans CJK SC"/>
              </a:defRPr>
            </a:lvl3pPr>
            <a:lvl4pPr algn="ctr">
              <a:defRPr sz="2700" b="1">
                <a:solidFill>
                  <a:srgbClr val="222222"/>
                </a:solidFill>
                <a:latin typeface="Noto Sans CJK SC"/>
                <a:ea typeface="Noto Sans CJK SC"/>
                <a:cs typeface="Noto Sans CJK SC"/>
              </a:defRPr>
            </a:lvl4pPr>
            <a:lvl5pPr algn="ctr">
              <a:defRPr sz="2700" b="1">
                <a:solidFill>
                  <a:srgbClr val="222222"/>
                </a:solidFill>
                <a:latin typeface="Noto Sans CJK SC"/>
                <a:ea typeface="Noto Sans CJK SC"/>
                <a:cs typeface="Noto Sans CJK SC"/>
              </a:defRPr>
            </a:lvl5pPr>
            <a:lvl6pPr algn="ctr">
              <a:defRPr sz="2700" b="1">
                <a:solidFill>
                  <a:srgbClr val="222222"/>
                </a:solidFill>
                <a:latin typeface="Noto Sans CJK SC"/>
                <a:ea typeface="Noto Sans CJK SC"/>
                <a:cs typeface="Noto Sans CJK SC"/>
              </a:defRPr>
            </a:lvl6pPr>
            <a:lvl7pPr algn="ctr">
              <a:defRPr sz="2700" b="1">
                <a:solidFill>
                  <a:srgbClr val="222222"/>
                </a:solidFill>
                <a:latin typeface="Noto Sans CJK SC"/>
                <a:ea typeface="Noto Sans CJK SC"/>
                <a:cs typeface="Noto Sans CJK SC"/>
              </a:defRPr>
            </a:lvl7pPr>
            <a:lvl8pPr algn="ctr">
              <a:defRPr sz="2700" b="1">
                <a:solidFill>
                  <a:srgbClr val="222222"/>
                </a:solidFill>
                <a:latin typeface="Noto Sans CJK SC"/>
                <a:ea typeface="Noto Sans CJK SC"/>
                <a:cs typeface="Noto Sans CJK SC"/>
              </a:defRPr>
            </a:lvl8pPr>
            <a:lvl9pPr algn="ctr">
              <a:defRPr sz="2700" b="1">
                <a:solidFill>
                  <a:srgbClr val="222222"/>
                </a:solidFill>
                <a:latin typeface="Noto Sans CJK SC"/>
                <a:ea typeface="Noto Sans CJK SC"/>
                <a:cs typeface="Noto Sans CJK SC"/>
              </a:defRPr>
            </a:lvl9pPr>
          </a:lstStyle>
          <a:p>
            <a:pPr algn="ctr">
              <a:defRPr sz="2700" b="1">
                <a:solidFill>
                  <a:srgbClr val="222222"/>
                </a:solidFill>
                <a:latin typeface="Noto Sans CJK SC"/>
                <a:ea typeface="Noto Sans CJK SC"/>
                <a:cs typeface="Noto Sans CJK SC"/>
              </a:defRPr>
            </a:pPr>
            <a:r>
              <a:rPr sz="2700" b="1">
                <a:solidFill>
                  <a:srgbClr val="222222"/>
                </a:solidFill>
                <a:latin typeface="Noto Sans CJK SC"/>
                <a:ea typeface="Noto Sans CJK SC"/>
                <a:cs typeface="Noto Sans CJK SC"/>
              </a:rPr>
              <a:t>π0.5 自身VLM</a:t>
            </a:r>
          </a:p>
        </p:txBody>
      </p:sp>
      <p:sp>
        <p:nvSpPr>
          <p:cNvPr id="28" name="instruction-observation">
            <a:extLst>
              <a:ext uri="{FF2B5EF4-FFF2-40B4-BE49-F238E27FC236}">
                <a16:creationId xmlns:a16="http://schemas.microsoft.com/office/drawing/2014/main" id="{2176B0BC-95D8-4373-803E-8C98EBE5EDD8}"/>
              </a:ext>
            </a:extLst>
          </p:cNvPr>
          <p:cNvSpPr>
            <a:spLocks noGrp="1"/>
          </p:cNvSpPr>
          <p:nvPr/>
        </p:nvSpPr>
        <p:spPr>
          <a:xfrm>
            <a:off x="5819775" y="5238750"/>
            <a:ext cx="3143250" cy="342900"/>
          </a:xfrm>
          <a:prstGeom prst="rect">
            <a:avLst/>
          </a:prstGeom>
          <a:noFill/>
          <a:ln w="0">
            <a:noFill/>
          </a:ln>
        </p:spPr>
        <p:txBody>
          <a:bodyPr wrap="none" lIns="0" tIns="0" rIns="0" bIns="0" anchor="ctr">
            <a:noAutofit/>
          </a:bodyPr>
          <a:lstStyle>
            <a:defPPr algn="ctr">
              <a:defRPr sz="2025" b="0">
                <a:solidFill>
                  <a:srgbClr val="64686C"/>
                </a:solidFill>
                <a:latin typeface="Noto Sans CJK SC"/>
                <a:ea typeface="Noto Sans CJK SC"/>
                <a:cs typeface="Noto Sans CJK SC"/>
              </a:defRPr>
            </a:defPPr>
            <a:lvl1pPr algn="ctr">
              <a:defRPr sz="2025" b="0">
                <a:solidFill>
                  <a:srgbClr val="64686C"/>
                </a:solidFill>
                <a:latin typeface="Noto Sans CJK SC"/>
                <a:ea typeface="Noto Sans CJK SC"/>
                <a:cs typeface="Noto Sans CJK SC"/>
              </a:defRPr>
            </a:lvl1pPr>
            <a:lvl2pPr algn="ctr">
              <a:defRPr sz="2025" b="0">
                <a:solidFill>
                  <a:srgbClr val="64686C"/>
                </a:solidFill>
                <a:latin typeface="Noto Sans CJK SC"/>
                <a:ea typeface="Noto Sans CJK SC"/>
                <a:cs typeface="Noto Sans CJK SC"/>
              </a:defRPr>
            </a:lvl2pPr>
            <a:lvl3pPr algn="ctr">
              <a:defRPr sz="2025" b="0">
                <a:solidFill>
                  <a:srgbClr val="64686C"/>
                </a:solidFill>
                <a:latin typeface="Noto Sans CJK SC"/>
                <a:ea typeface="Noto Sans CJK SC"/>
                <a:cs typeface="Noto Sans CJK SC"/>
              </a:defRPr>
            </a:lvl3pPr>
            <a:lvl4pPr algn="ctr">
              <a:defRPr sz="2025" b="0">
                <a:solidFill>
                  <a:srgbClr val="64686C"/>
                </a:solidFill>
                <a:latin typeface="Noto Sans CJK SC"/>
                <a:ea typeface="Noto Sans CJK SC"/>
                <a:cs typeface="Noto Sans CJK SC"/>
              </a:defRPr>
            </a:lvl4pPr>
            <a:lvl5pPr algn="ctr">
              <a:defRPr sz="2025" b="0">
                <a:solidFill>
                  <a:srgbClr val="64686C"/>
                </a:solidFill>
                <a:latin typeface="Noto Sans CJK SC"/>
                <a:ea typeface="Noto Sans CJK SC"/>
                <a:cs typeface="Noto Sans CJK SC"/>
              </a:defRPr>
            </a:lvl5pPr>
            <a:lvl6pPr algn="ctr">
              <a:defRPr sz="2025" b="0">
                <a:solidFill>
                  <a:srgbClr val="64686C"/>
                </a:solidFill>
                <a:latin typeface="Noto Sans CJK SC"/>
                <a:ea typeface="Noto Sans CJK SC"/>
                <a:cs typeface="Noto Sans CJK SC"/>
              </a:defRPr>
            </a:lvl6pPr>
            <a:lvl7pPr algn="ctr">
              <a:defRPr sz="2025" b="0">
                <a:solidFill>
                  <a:srgbClr val="64686C"/>
                </a:solidFill>
                <a:latin typeface="Noto Sans CJK SC"/>
                <a:ea typeface="Noto Sans CJK SC"/>
                <a:cs typeface="Noto Sans CJK SC"/>
              </a:defRPr>
            </a:lvl7pPr>
            <a:lvl8pPr algn="ctr">
              <a:defRPr sz="2025" b="0">
                <a:solidFill>
                  <a:srgbClr val="64686C"/>
                </a:solidFill>
                <a:latin typeface="Noto Sans CJK SC"/>
                <a:ea typeface="Noto Sans CJK SC"/>
                <a:cs typeface="Noto Sans CJK SC"/>
              </a:defRPr>
            </a:lvl8pPr>
            <a:lvl9pPr algn="ctr">
              <a:defRPr sz="2025" b="0">
                <a:solidFill>
                  <a:srgbClr val="64686C"/>
                </a:solidFill>
                <a:latin typeface="Noto Sans CJK SC"/>
                <a:ea typeface="Noto Sans CJK SC"/>
                <a:cs typeface="Noto Sans CJK SC"/>
              </a:defRPr>
            </a:lvl9pPr>
          </a:lstStyle>
          <a:p>
            <a:pPr algn="ctr">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总指令与当前观察</a:t>
            </a:r>
          </a:p>
        </p:txBody>
      </p:sp>
      <p:sp>
        <p:nvSpPr>
          <p:cNvPr id="29" name="generated-subtask">
            <a:extLst>
              <a:ext uri="{FF2B5EF4-FFF2-40B4-BE49-F238E27FC236}">
                <a16:creationId xmlns:a16="http://schemas.microsoft.com/office/drawing/2014/main" id="{D78DBDD5-EE3E-42C5-9EC3-21654C4A776D}"/>
              </a:ext>
            </a:extLst>
          </p:cNvPr>
          <p:cNvSpPr>
            <a:spLocks noGrp="1"/>
          </p:cNvSpPr>
          <p:nvPr/>
        </p:nvSpPr>
        <p:spPr>
          <a:xfrm>
            <a:off x="10029825" y="2000250"/>
            <a:ext cx="4524375" cy="733425"/>
          </a:xfrm>
          <a:prstGeom prst="rect">
            <a:avLst/>
          </a:prstGeom>
          <a:solidFill>
            <a:srgbClr val="FAF0E7"/>
          </a:solidFill>
          <a:ln w="17145">
            <a:solidFill>
              <a:srgbClr val="AC6A37"/>
            </a:solidFill>
            <a:prstDash val="solid"/>
          </a:ln>
        </p:spPr>
      </p:sp>
      <p:sp>
        <p:nvSpPr>
          <p:cNvPr id="30" name="generated-subtask-text">
            <a:extLst>
              <a:ext uri="{FF2B5EF4-FFF2-40B4-BE49-F238E27FC236}">
                <a16:creationId xmlns:a16="http://schemas.microsoft.com/office/drawing/2014/main" id="{89C70ADF-1E2A-4A7E-8B0D-1F1C1B20F5A2}"/>
              </a:ext>
            </a:extLst>
          </p:cNvPr>
          <p:cNvSpPr>
            <a:spLocks noGrp="1"/>
          </p:cNvSpPr>
          <p:nvPr/>
        </p:nvSpPr>
        <p:spPr>
          <a:xfrm>
            <a:off x="10125075" y="2057400"/>
            <a:ext cx="4333875" cy="619125"/>
          </a:xfrm>
          <a:prstGeom prst="rect">
            <a:avLst/>
          </a:prstGeom>
          <a:noFill/>
          <a:ln w="0">
            <a:noFill/>
          </a:ln>
        </p:spPr>
        <p:txBody>
          <a:bodyPr wrap="none" lIns="0" tIns="0" rIns="0" bIns="0" anchor="ctr">
            <a:noAutofit/>
          </a:bodyPr>
          <a:lstStyle>
            <a:defPPr algn="ctr">
              <a:defRPr sz="2550" b="0">
                <a:solidFill>
                  <a:srgbClr val="222222"/>
                </a:solidFill>
                <a:latin typeface="Noto Sans CJK SC"/>
                <a:ea typeface="Noto Sans CJK SC"/>
                <a:cs typeface="Noto Sans CJK SC"/>
              </a:defRPr>
            </a:defPPr>
            <a:lvl1pPr algn="ctr">
              <a:defRPr sz="2550" b="0">
                <a:solidFill>
                  <a:srgbClr val="222222"/>
                </a:solidFill>
                <a:latin typeface="Noto Sans CJK SC"/>
                <a:ea typeface="Noto Sans CJK SC"/>
                <a:cs typeface="Noto Sans CJK SC"/>
              </a:defRPr>
            </a:lvl1pPr>
            <a:lvl2pPr algn="ctr">
              <a:defRPr sz="2550" b="0">
                <a:solidFill>
                  <a:srgbClr val="222222"/>
                </a:solidFill>
                <a:latin typeface="Noto Sans CJK SC"/>
                <a:ea typeface="Noto Sans CJK SC"/>
                <a:cs typeface="Noto Sans CJK SC"/>
              </a:defRPr>
            </a:lvl2pPr>
            <a:lvl3pPr algn="ctr">
              <a:defRPr sz="2550" b="0">
                <a:solidFill>
                  <a:srgbClr val="222222"/>
                </a:solidFill>
                <a:latin typeface="Noto Sans CJK SC"/>
                <a:ea typeface="Noto Sans CJK SC"/>
                <a:cs typeface="Noto Sans CJK SC"/>
              </a:defRPr>
            </a:lvl3pPr>
            <a:lvl4pPr algn="ctr">
              <a:defRPr sz="2550" b="0">
                <a:solidFill>
                  <a:srgbClr val="222222"/>
                </a:solidFill>
                <a:latin typeface="Noto Sans CJK SC"/>
                <a:ea typeface="Noto Sans CJK SC"/>
                <a:cs typeface="Noto Sans CJK SC"/>
              </a:defRPr>
            </a:lvl4pPr>
            <a:lvl5pPr algn="ctr">
              <a:defRPr sz="2550" b="0">
                <a:solidFill>
                  <a:srgbClr val="222222"/>
                </a:solidFill>
                <a:latin typeface="Noto Sans CJK SC"/>
                <a:ea typeface="Noto Sans CJK SC"/>
                <a:cs typeface="Noto Sans CJK SC"/>
              </a:defRPr>
            </a:lvl5pPr>
            <a:lvl6pPr algn="ctr">
              <a:defRPr sz="2550" b="0">
                <a:solidFill>
                  <a:srgbClr val="222222"/>
                </a:solidFill>
                <a:latin typeface="Noto Sans CJK SC"/>
                <a:ea typeface="Noto Sans CJK SC"/>
                <a:cs typeface="Noto Sans CJK SC"/>
              </a:defRPr>
            </a:lvl6pPr>
            <a:lvl7pPr algn="ctr">
              <a:defRPr sz="2550" b="0">
                <a:solidFill>
                  <a:srgbClr val="222222"/>
                </a:solidFill>
                <a:latin typeface="Noto Sans CJK SC"/>
                <a:ea typeface="Noto Sans CJK SC"/>
                <a:cs typeface="Noto Sans CJK SC"/>
              </a:defRPr>
            </a:lvl7pPr>
            <a:lvl8pPr algn="ctr">
              <a:defRPr sz="2550" b="0">
                <a:solidFill>
                  <a:srgbClr val="222222"/>
                </a:solidFill>
                <a:latin typeface="Noto Sans CJK SC"/>
                <a:ea typeface="Noto Sans CJK SC"/>
                <a:cs typeface="Noto Sans CJK SC"/>
              </a:defRPr>
            </a:lvl8pPr>
            <a:lvl9pPr algn="ctr">
              <a:defRPr sz="2550" b="0">
                <a:solidFill>
                  <a:srgbClr val="222222"/>
                </a:solidFill>
                <a:latin typeface="Noto Sans CJK SC"/>
                <a:ea typeface="Noto Sans CJK SC"/>
                <a:cs typeface="Noto Sans CJK SC"/>
              </a:defRPr>
            </a:lvl9pPr>
          </a:lstStyle>
          <a:p>
            <a:pPr algn="ctr">
              <a:defRPr sz="2550" b="0">
                <a:solidFill>
                  <a:srgbClr val="222222"/>
                </a:solidFill>
                <a:latin typeface="Noto Sans CJK SC"/>
                <a:ea typeface="Noto Sans CJK SC"/>
                <a:cs typeface="Noto Sans CJK SC"/>
              </a:defRPr>
            </a:pPr>
            <a:r>
              <a:rPr sz="2550" b="0">
                <a:solidFill>
                  <a:srgbClr val="222222"/>
                </a:solidFill>
                <a:latin typeface="Noto Sans CJK SC"/>
                <a:ea typeface="Noto Sans CJK SC"/>
                <a:cs typeface="Noto Sans CJK SC"/>
              </a:rPr>
              <a:t>“重新抓取目标”</a:t>
            </a:r>
          </a:p>
        </p:txBody>
      </p:sp>
      <p:sp>
        <p:nvSpPr>
          <p:cNvPr id="31" name="subtask-text">
            <a:extLst>
              <a:ext uri="{FF2B5EF4-FFF2-40B4-BE49-F238E27FC236}">
                <a16:creationId xmlns:a16="http://schemas.microsoft.com/office/drawing/2014/main" id="{ADFC4E50-D074-4879-BBD2-4C00242EFFCE}"/>
              </a:ext>
            </a:extLst>
          </p:cNvPr>
          <p:cNvSpPr>
            <a:spLocks noGrp="1"/>
          </p:cNvSpPr>
          <p:nvPr/>
        </p:nvSpPr>
        <p:spPr>
          <a:xfrm>
            <a:off x="10029825" y="1590675"/>
            <a:ext cx="4524375" cy="352425"/>
          </a:xfrm>
          <a:prstGeom prst="rect">
            <a:avLst/>
          </a:prstGeom>
          <a:noFill/>
          <a:ln w="0">
            <a:noFill/>
          </a:ln>
        </p:spPr>
        <p:txBody>
          <a:bodyPr wrap="none" lIns="0" tIns="0" rIns="0" bIns="0" anchor="ctr">
            <a:noAutofit/>
          </a:bodyPr>
          <a:lstStyle>
            <a:defPPr algn="ctr">
              <a:defRPr sz="2100" b="0">
                <a:solidFill>
                  <a:srgbClr val="64686C"/>
                </a:solidFill>
                <a:latin typeface="Noto Sans CJK SC"/>
                <a:ea typeface="Noto Sans CJK SC"/>
                <a:cs typeface="Noto Sans CJK SC"/>
              </a:defRPr>
            </a:defPPr>
            <a:lvl1pPr algn="ctr">
              <a:defRPr sz="2100" b="0">
                <a:solidFill>
                  <a:srgbClr val="64686C"/>
                </a:solidFill>
                <a:latin typeface="Noto Sans CJK SC"/>
                <a:ea typeface="Noto Sans CJK SC"/>
                <a:cs typeface="Noto Sans CJK SC"/>
              </a:defRPr>
            </a:lvl1pPr>
            <a:lvl2pPr algn="ctr">
              <a:defRPr sz="2100" b="0">
                <a:solidFill>
                  <a:srgbClr val="64686C"/>
                </a:solidFill>
                <a:latin typeface="Noto Sans CJK SC"/>
                <a:ea typeface="Noto Sans CJK SC"/>
                <a:cs typeface="Noto Sans CJK SC"/>
              </a:defRPr>
            </a:lvl2pPr>
            <a:lvl3pPr algn="ctr">
              <a:defRPr sz="2100" b="0">
                <a:solidFill>
                  <a:srgbClr val="64686C"/>
                </a:solidFill>
                <a:latin typeface="Noto Sans CJK SC"/>
                <a:ea typeface="Noto Sans CJK SC"/>
                <a:cs typeface="Noto Sans CJK SC"/>
              </a:defRPr>
            </a:lvl3pPr>
            <a:lvl4pPr algn="ctr">
              <a:defRPr sz="2100" b="0">
                <a:solidFill>
                  <a:srgbClr val="64686C"/>
                </a:solidFill>
                <a:latin typeface="Noto Sans CJK SC"/>
                <a:ea typeface="Noto Sans CJK SC"/>
                <a:cs typeface="Noto Sans CJK SC"/>
              </a:defRPr>
            </a:lvl4pPr>
            <a:lvl5pPr algn="ctr">
              <a:defRPr sz="2100" b="0">
                <a:solidFill>
                  <a:srgbClr val="64686C"/>
                </a:solidFill>
                <a:latin typeface="Noto Sans CJK SC"/>
                <a:ea typeface="Noto Sans CJK SC"/>
                <a:cs typeface="Noto Sans CJK SC"/>
              </a:defRPr>
            </a:lvl5pPr>
            <a:lvl6pPr algn="ctr">
              <a:defRPr sz="2100" b="0">
                <a:solidFill>
                  <a:srgbClr val="64686C"/>
                </a:solidFill>
                <a:latin typeface="Noto Sans CJK SC"/>
                <a:ea typeface="Noto Sans CJK SC"/>
                <a:cs typeface="Noto Sans CJK SC"/>
              </a:defRPr>
            </a:lvl6pPr>
            <a:lvl7pPr algn="ctr">
              <a:defRPr sz="2100" b="0">
                <a:solidFill>
                  <a:srgbClr val="64686C"/>
                </a:solidFill>
                <a:latin typeface="Noto Sans CJK SC"/>
                <a:ea typeface="Noto Sans CJK SC"/>
                <a:cs typeface="Noto Sans CJK SC"/>
              </a:defRPr>
            </a:lvl7pPr>
            <a:lvl8pPr algn="ctr">
              <a:defRPr sz="2100" b="0">
                <a:solidFill>
                  <a:srgbClr val="64686C"/>
                </a:solidFill>
                <a:latin typeface="Noto Sans CJK SC"/>
                <a:ea typeface="Noto Sans CJK SC"/>
                <a:cs typeface="Noto Sans CJK SC"/>
              </a:defRPr>
            </a:lvl8pPr>
            <a:lvl9pPr algn="ctr">
              <a:defRPr sz="2100" b="0">
                <a:solidFill>
                  <a:srgbClr val="64686C"/>
                </a:solidFill>
                <a:latin typeface="Noto Sans CJK SC"/>
                <a:ea typeface="Noto Sans CJK SC"/>
                <a:cs typeface="Noto Sans CJK SC"/>
              </a:defRPr>
            </a:lvl9pPr>
          </a:lstStyle>
          <a:p>
            <a:pPr algn="ctr">
              <a:defRPr sz="2100" b="0">
                <a:solidFill>
                  <a:srgbClr val="64686C"/>
                </a:solidFill>
                <a:latin typeface="Noto Sans CJK SC"/>
                <a:ea typeface="Noto Sans CJK SC"/>
                <a:cs typeface="Noto Sans CJK SC"/>
              </a:defRPr>
            </a:pPr>
            <a:r>
              <a:rPr sz="2100" b="0">
                <a:solidFill>
                  <a:srgbClr val="64686C"/>
                </a:solidFill>
                <a:latin typeface="Noto Sans CJK SC"/>
                <a:ea typeface="Noto Sans CJK SC"/>
                <a:cs typeface="Noto Sans CJK SC"/>
              </a:rPr>
              <a:t>生成子任务文本</a:t>
            </a:r>
          </a:p>
        </p:txBody>
      </p:sp>
      <p:cxnSp>
        <p:nvCxnSpPr>
          <p:cNvPr id="32" name="generate-text-out">
            <a:extLst>
              <a:ext uri="{FF2B5EF4-FFF2-40B4-BE49-F238E27FC236}">
                <a16:creationId xmlns:a16="http://schemas.microsoft.com/office/drawing/2014/main" id="{92F46A49-5DA1-4C39-B893-112D85FD2A8C}"/>
              </a:ext>
            </a:extLst>
          </p:cNvPr>
          <p:cNvCxnSpPr/>
          <p:nvPr/>
        </p:nvCxnSpPr>
        <p:spPr>
          <a:xfrm flipH="0" flipV="0">
            <a:off x="8963025" y="4267200"/>
            <a:ext cx="609600" cy="0"/>
          </a:xfrm>
          <a:prstGeom prst="straightConnector1">
            <a:avLst/>
          </a:prstGeom>
          <a:ln w="20955">
            <a:solidFill>
              <a:srgbClr val="64686C"/>
            </a:solidFill>
            <a:prstDash val="solid"/>
            <a:tailEnd type="none" w="med" len="med"/>
          </a:ln>
        </p:spPr>
      </p:cxnSp>
      <p:cxnSp>
        <p:nvCxnSpPr>
          <p:cNvPr id="33" name="generate-text-up">
            <a:extLst>
              <a:ext uri="{FF2B5EF4-FFF2-40B4-BE49-F238E27FC236}">
                <a16:creationId xmlns:a16="http://schemas.microsoft.com/office/drawing/2014/main" id="{71D64862-AC55-4AB2-89EC-740EAF801E0E}"/>
              </a:ext>
            </a:extLst>
          </p:cNvPr>
          <p:cNvCxnSpPr/>
          <p:nvPr/>
        </p:nvCxnSpPr>
        <p:spPr>
          <a:xfrm flipH="0" flipV="1">
            <a:off x="9572625" y="2362200"/>
            <a:ext cx="0" cy="1905000"/>
          </a:xfrm>
          <a:prstGeom prst="straightConnector1">
            <a:avLst/>
          </a:prstGeom>
          <a:ln w="20955">
            <a:solidFill>
              <a:srgbClr val="64686C"/>
            </a:solidFill>
            <a:prstDash val="solid"/>
            <a:tailEnd type="none" w="med" len="med"/>
          </a:ln>
        </p:spPr>
      </p:cxnSp>
      <p:cxnSp>
        <p:nvCxnSpPr>
          <p:cNvPr id="34" name="generate-text-in">
            <a:extLst>
              <a:ext uri="{FF2B5EF4-FFF2-40B4-BE49-F238E27FC236}">
                <a16:creationId xmlns:a16="http://schemas.microsoft.com/office/drawing/2014/main" id="{E6530C17-9D7B-4071-9B3F-D9AA9F45C054}"/>
              </a:ext>
            </a:extLst>
          </p:cNvPr>
          <p:cNvCxnSpPr/>
          <p:nvPr/>
        </p:nvCxnSpPr>
        <p:spPr>
          <a:xfrm flipH="0" flipV="0">
            <a:off x="9572625" y="2362200"/>
            <a:ext cx="457200" cy="0"/>
          </a:xfrm>
          <a:prstGeom prst="straightConnector1">
            <a:avLst/>
          </a:prstGeom>
          <a:ln w="20955">
            <a:solidFill>
              <a:srgbClr val="64686C"/>
            </a:solidFill>
            <a:prstDash val="solid"/>
            <a:tailEnd type="triangle" w="med" len="med"/>
          </a:ln>
        </p:spPr>
      </p:cxnSp>
      <p:cxnSp>
        <p:nvCxnSpPr>
          <p:cNvPr id="35" name="subtask-to-action">
            <a:extLst>
              <a:ext uri="{FF2B5EF4-FFF2-40B4-BE49-F238E27FC236}">
                <a16:creationId xmlns:a16="http://schemas.microsoft.com/office/drawing/2014/main" id="{78057D40-D97F-470D-A957-ECC5FA399D94}"/>
              </a:ext>
            </a:extLst>
          </p:cNvPr>
          <p:cNvCxnSpPr/>
          <p:nvPr/>
        </p:nvCxnSpPr>
        <p:spPr>
          <a:xfrm flipH="0" flipV="0">
            <a:off x="11087100" y="2733675"/>
            <a:ext cx="0" cy="1266825"/>
          </a:xfrm>
          <a:prstGeom prst="straightConnector1">
            <a:avLst/>
          </a:prstGeom>
          <a:ln w="20955">
            <a:solidFill>
              <a:srgbClr val="64686C"/>
            </a:solidFill>
            <a:prstDash val="solid"/>
            <a:tailEnd type="triangle" w="med" len="med"/>
          </a:ln>
        </p:spPr>
      </p:cxnSp>
      <p:sp>
        <p:nvSpPr>
          <p:cNvPr id="36" name="subtask-condition">
            <a:extLst>
              <a:ext uri="{FF2B5EF4-FFF2-40B4-BE49-F238E27FC236}">
                <a16:creationId xmlns:a16="http://schemas.microsoft.com/office/drawing/2014/main" id="{717C0C5D-9973-4DCC-ABDF-D166B58D2531}"/>
              </a:ext>
            </a:extLst>
          </p:cNvPr>
          <p:cNvSpPr>
            <a:spLocks noGrp="1"/>
          </p:cNvSpPr>
          <p:nvPr/>
        </p:nvSpPr>
        <p:spPr>
          <a:xfrm>
            <a:off x="11239500" y="3124200"/>
            <a:ext cx="1638300" cy="361950"/>
          </a:xfrm>
          <a:prstGeom prst="rect">
            <a:avLst/>
          </a:prstGeom>
          <a:noFill/>
          <a:ln w="0">
            <a:noFill/>
          </a:ln>
        </p:spPr>
        <p:txBody>
          <a:bodyPr wrap="none" lIns="0" tIns="0" rIns="0" bIns="0" anchor="ctr">
            <a:noAutofit/>
          </a:bodyPr>
          <a:lstStyle>
            <a:defPPr algn="l">
              <a:defRPr sz="2025" b="0">
                <a:solidFill>
                  <a:srgbClr val="64686C"/>
                </a:solidFill>
                <a:latin typeface="Noto Sans CJK SC"/>
                <a:ea typeface="Noto Sans CJK SC"/>
                <a:cs typeface="Noto Sans CJK SC"/>
              </a:defRPr>
            </a:defPPr>
            <a:lvl1pPr algn="l">
              <a:defRPr sz="2025" b="0">
                <a:solidFill>
                  <a:srgbClr val="64686C"/>
                </a:solidFill>
                <a:latin typeface="Noto Sans CJK SC"/>
                <a:ea typeface="Noto Sans CJK SC"/>
                <a:cs typeface="Noto Sans CJK SC"/>
              </a:defRPr>
            </a:lvl1pPr>
            <a:lvl2pPr algn="l">
              <a:defRPr sz="2025" b="0">
                <a:solidFill>
                  <a:srgbClr val="64686C"/>
                </a:solidFill>
                <a:latin typeface="Noto Sans CJK SC"/>
                <a:ea typeface="Noto Sans CJK SC"/>
                <a:cs typeface="Noto Sans CJK SC"/>
              </a:defRPr>
            </a:lvl2pPr>
            <a:lvl3pPr algn="l">
              <a:defRPr sz="2025" b="0">
                <a:solidFill>
                  <a:srgbClr val="64686C"/>
                </a:solidFill>
                <a:latin typeface="Noto Sans CJK SC"/>
                <a:ea typeface="Noto Sans CJK SC"/>
                <a:cs typeface="Noto Sans CJK SC"/>
              </a:defRPr>
            </a:lvl3pPr>
            <a:lvl4pPr algn="l">
              <a:defRPr sz="2025" b="0">
                <a:solidFill>
                  <a:srgbClr val="64686C"/>
                </a:solidFill>
                <a:latin typeface="Noto Sans CJK SC"/>
                <a:ea typeface="Noto Sans CJK SC"/>
                <a:cs typeface="Noto Sans CJK SC"/>
              </a:defRPr>
            </a:lvl4pPr>
            <a:lvl5pPr algn="l">
              <a:defRPr sz="2025" b="0">
                <a:solidFill>
                  <a:srgbClr val="64686C"/>
                </a:solidFill>
                <a:latin typeface="Noto Sans CJK SC"/>
                <a:ea typeface="Noto Sans CJK SC"/>
                <a:cs typeface="Noto Sans CJK SC"/>
              </a:defRPr>
            </a:lvl5pPr>
            <a:lvl6pPr algn="l">
              <a:defRPr sz="2025" b="0">
                <a:solidFill>
                  <a:srgbClr val="64686C"/>
                </a:solidFill>
                <a:latin typeface="Noto Sans CJK SC"/>
                <a:ea typeface="Noto Sans CJK SC"/>
                <a:cs typeface="Noto Sans CJK SC"/>
              </a:defRPr>
            </a:lvl6pPr>
            <a:lvl7pPr algn="l">
              <a:defRPr sz="2025" b="0">
                <a:solidFill>
                  <a:srgbClr val="64686C"/>
                </a:solidFill>
                <a:latin typeface="Noto Sans CJK SC"/>
                <a:ea typeface="Noto Sans CJK SC"/>
                <a:cs typeface="Noto Sans CJK SC"/>
              </a:defRPr>
            </a:lvl7pPr>
            <a:lvl8pPr algn="l">
              <a:defRPr sz="2025" b="0">
                <a:solidFill>
                  <a:srgbClr val="64686C"/>
                </a:solidFill>
                <a:latin typeface="Noto Sans CJK SC"/>
                <a:ea typeface="Noto Sans CJK SC"/>
                <a:cs typeface="Noto Sans CJK SC"/>
              </a:defRPr>
            </a:lvl8pPr>
            <a:lvl9pPr algn="l">
              <a:defRPr sz="2025" b="0">
                <a:solidFill>
                  <a:srgbClr val="64686C"/>
                </a:solidFill>
                <a:latin typeface="Noto Sans CJK SC"/>
                <a:ea typeface="Noto Sans CJK SC"/>
                <a:cs typeface="Noto Sans CJK SC"/>
              </a:defRPr>
            </a:lvl9pPr>
          </a:lstStyle>
          <a:p>
            <a:pPr algn="l">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文本条件</a:t>
            </a:r>
          </a:p>
        </p:txBody>
      </p:sp>
      <p:cxnSp>
        <p:nvCxnSpPr>
          <p:cNvPr id="37" name="hidden-condition">
            <a:extLst>
              <a:ext uri="{FF2B5EF4-FFF2-40B4-BE49-F238E27FC236}">
                <a16:creationId xmlns:a16="http://schemas.microsoft.com/office/drawing/2014/main" id="{8835F204-A9EC-4A65-A397-AF80F48B8276}"/>
              </a:ext>
            </a:extLst>
          </p:cNvPr>
          <p:cNvCxnSpPr/>
          <p:nvPr/>
        </p:nvCxnSpPr>
        <p:spPr>
          <a:xfrm flipH="0" flipV="0">
            <a:off x="8963025" y="4714875"/>
            <a:ext cx="1066800" cy="0"/>
          </a:xfrm>
          <a:prstGeom prst="straightConnector1">
            <a:avLst/>
          </a:prstGeom>
          <a:ln w="20955">
            <a:solidFill>
              <a:srgbClr val="315E80"/>
            </a:solidFill>
            <a:prstDash val="solid"/>
            <a:tailEnd type="triangle" w="med" len="med"/>
          </a:ln>
        </p:spPr>
      </p:cxnSp>
      <p:sp>
        <p:nvSpPr>
          <p:cNvPr id="38" name="hidden-label">
            <a:extLst>
              <a:ext uri="{FF2B5EF4-FFF2-40B4-BE49-F238E27FC236}">
                <a16:creationId xmlns:a16="http://schemas.microsoft.com/office/drawing/2014/main" id="{FC37F4A8-A213-4A70-BDAC-9D8156B8BB09}"/>
              </a:ext>
            </a:extLst>
          </p:cNvPr>
          <p:cNvSpPr>
            <a:spLocks noGrp="1"/>
          </p:cNvSpPr>
          <p:nvPr/>
        </p:nvSpPr>
        <p:spPr>
          <a:xfrm>
            <a:off x="8982075" y="4819650"/>
            <a:ext cx="1095375" cy="323850"/>
          </a:xfrm>
          <a:prstGeom prst="rect">
            <a:avLst/>
          </a:prstGeom>
          <a:noFill/>
          <a:ln w="0">
            <a:noFill/>
          </a:ln>
        </p:spPr>
        <p:txBody>
          <a:bodyPr wrap="none" lIns="0" tIns="0" rIns="0" bIns="0" anchor="ctr">
            <a:noAutofit/>
          </a:bodyPr>
          <a:lstStyle>
            <a:defPPr algn="ctr">
              <a:defRPr sz="1875" b="0">
                <a:solidFill>
                  <a:srgbClr val="315E80"/>
                </a:solidFill>
                <a:latin typeface="Noto Sans CJK SC"/>
                <a:ea typeface="Noto Sans CJK SC"/>
                <a:cs typeface="Noto Sans CJK SC"/>
              </a:defRPr>
            </a:defPPr>
            <a:lvl1pPr algn="ctr">
              <a:defRPr sz="1875" b="0">
                <a:solidFill>
                  <a:srgbClr val="315E80"/>
                </a:solidFill>
                <a:latin typeface="Noto Sans CJK SC"/>
                <a:ea typeface="Noto Sans CJK SC"/>
                <a:cs typeface="Noto Sans CJK SC"/>
              </a:defRPr>
            </a:lvl1pPr>
            <a:lvl2pPr algn="ctr">
              <a:defRPr sz="1875" b="0">
                <a:solidFill>
                  <a:srgbClr val="315E80"/>
                </a:solidFill>
                <a:latin typeface="Noto Sans CJK SC"/>
                <a:ea typeface="Noto Sans CJK SC"/>
                <a:cs typeface="Noto Sans CJK SC"/>
              </a:defRPr>
            </a:lvl2pPr>
            <a:lvl3pPr algn="ctr">
              <a:defRPr sz="1875" b="0">
                <a:solidFill>
                  <a:srgbClr val="315E80"/>
                </a:solidFill>
                <a:latin typeface="Noto Sans CJK SC"/>
                <a:ea typeface="Noto Sans CJK SC"/>
                <a:cs typeface="Noto Sans CJK SC"/>
              </a:defRPr>
            </a:lvl3pPr>
            <a:lvl4pPr algn="ctr">
              <a:defRPr sz="1875" b="0">
                <a:solidFill>
                  <a:srgbClr val="315E80"/>
                </a:solidFill>
                <a:latin typeface="Noto Sans CJK SC"/>
                <a:ea typeface="Noto Sans CJK SC"/>
                <a:cs typeface="Noto Sans CJK SC"/>
              </a:defRPr>
            </a:lvl4pPr>
            <a:lvl5pPr algn="ctr">
              <a:defRPr sz="1875" b="0">
                <a:solidFill>
                  <a:srgbClr val="315E80"/>
                </a:solidFill>
                <a:latin typeface="Noto Sans CJK SC"/>
                <a:ea typeface="Noto Sans CJK SC"/>
                <a:cs typeface="Noto Sans CJK SC"/>
              </a:defRPr>
            </a:lvl5pPr>
            <a:lvl6pPr algn="ctr">
              <a:defRPr sz="1875" b="0">
                <a:solidFill>
                  <a:srgbClr val="315E80"/>
                </a:solidFill>
                <a:latin typeface="Noto Sans CJK SC"/>
                <a:ea typeface="Noto Sans CJK SC"/>
                <a:cs typeface="Noto Sans CJK SC"/>
              </a:defRPr>
            </a:lvl6pPr>
            <a:lvl7pPr algn="ctr">
              <a:defRPr sz="1875" b="0">
                <a:solidFill>
                  <a:srgbClr val="315E80"/>
                </a:solidFill>
                <a:latin typeface="Noto Sans CJK SC"/>
                <a:ea typeface="Noto Sans CJK SC"/>
                <a:cs typeface="Noto Sans CJK SC"/>
              </a:defRPr>
            </a:lvl7pPr>
            <a:lvl8pPr algn="ctr">
              <a:defRPr sz="1875" b="0">
                <a:solidFill>
                  <a:srgbClr val="315E80"/>
                </a:solidFill>
                <a:latin typeface="Noto Sans CJK SC"/>
                <a:ea typeface="Noto Sans CJK SC"/>
                <a:cs typeface="Noto Sans CJK SC"/>
              </a:defRPr>
            </a:lvl8pPr>
            <a:lvl9pPr algn="ctr">
              <a:defRPr sz="1875" b="0">
                <a:solidFill>
                  <a:srgbClr val="315E80"/>
                </a:solidFill>
                <a:latin typeface="Noto Sans CJK SC"/>
                <a:ea typeface="Noto Sans CJK SC"/>
                <a:cs typeface="Noto Sans CJK SC"/>
              </a:defRPr>
            </a:lvl9pPr>
          </a:lstStyle>
          <a:p>
            <a:pPr algn="ctr">
              <a:defRPr sz="1875" b="0">
                <a:solidFill>
                  <a:srgbClr val="315E80"/>
                </a:solidFill>
                <a:latin typeface="Noto Sans CJK SC"/>
                <a:ea typeface="Noto Sans CJK SC"/>
                <a:cs typeface="Noto Sans CJK SC"/>
              </a:defRPr>
            </a:pPr>
            <a:r>
              <a:rPr sz="1875" b="0">
                <a:solidFill>
                  <a:srgbClr val="315E80"/>
                </a:solidFill>
                <a:latin typeface="Noto Sans CJK SC"/>
                <a:ea typeface="Noto Sans CJK SC"/>
                <a:cs typeface="Noto Sans CJK SC"/>
              </a:rPr>
              <a:t>条件特征</a:t>
            </a:r>
          </a:p>
        </p:txBody>
      </p:sp>
      <p:sp>
        <p:nvSpPr>
          <p:cNvPr id="39" name="action-expert">
            <a:extLst>
              <a:ext uri="{FF2B5EF4-FFF2-40B4-BE49-F238E27FC236}">
                <a16:creationId xmlns:a16="http://schemas.microsoft.com/office/drawing/2014/main" id="{4B322F89-BD49-465C-8D49-34ADD6D62FE9}"/>
              </a:ext>
            </a:extLst>
          </p:cNvPr>
          <p:cNvSpPr>
            <a:spLocks noGrp="1"/>
          </p:cNvSpPr>
          <p:nvPr/>
        </p:nvSpPr>
        <p:spPr>
          <a:xfrm>
            <a:off x="10029825" y="4000500"/>
            <a:ext cx="2124075" cy="1047750"/>
          </a:xfrm>
          <a:prstGeom prst="rect">
            <a:avLst/>
          </a:prstGeom>
          <a:solidFill>
            <a:srgbClr val="F4F5F5"/>
          </a:solidFill>
          <a:ln w="17145">
            <a:solidFill>
              <a:srgbClr val="747A7E"/>
            </a:solidFill>
            <a:prstDash val="solid"/>
          </a:ln>
        </p:spPr>
      </p:sp>
      <p:sp>
        <p:nvSpPr>
          <p:cNvPr id="40" name="action-expert-text">
            <a:extLst>
              <a:ext uri="{FF2B5EF4-FFF2-40B4-BE49-F238E27FC236}">
                <a16:creationId xmlns:a16="http://schemas.microsoft.com/office/drawing/2014/main" id="{9898BEB4-5965-4D89-85F3-91878FFF8F63}"/>
              </a:ext>
            </a:extLst>
          </p:cNvPr>
          <p:cNvSpPr>
            <a:spLocks noGrp="1"/>
          </p:cNvSpPr>
          <p:nvPr/>
        </p:nvSpPr>
        <p:spPr>
          <a:xfrm>
            <a:off x="10125075" y="4057650"/>
            <a:ext cx="1933575" cy="933450"/>
          </a:xfrm>
          <a:prstGeom prst="rect">
            <a:avLst/>
          </a:prstGeom>
          <a:noFill/>
          <a:ln w="0">
            <a:noFill/>
          </a:ln>
        </p:spPr>
        <p:txBody>
          <a:bodyPr wrap="none" lIns="0" tIns="0" rIns="0" bIns="0" anchor="ctr">
            <a:noAutofit/>
          </a:bodyPr>
          <a:lstStyle>
            <a:defPPr algn="ctr">
              <a:defRPr sz="2400" b="0">
                <a:solidFill>
                  <a:srgbClr val="222222"/>
                </a:solidFill>
                <a:latin typeface="Noto Sans CJK SC"/>
                <a:ea typeface="Noto Sans CJK SC"/>
                <a:cs typeface="Noto Sans CJK SC"/>
              </a:defRPr>
            </a:defPPr>
            <a:lvl1pPr algn="ctr">
              <a:defRPr sz="2400" b="0">
                <a:solidFill>
                  <a:srgbClr val="222222"/>
                </a:solidFill>
                <a:latin typeface="Noto Sans CJK SC"/>
                <a:ea typeface="Noto Sans CJK SC"/>
                <a:cs typeface="Noto Sans CJK SC"/>
              </a:defRPr>
            </a:lvl1pPr>
            <a:lvl2pPr algn="ctr">
              <a:defRPr sz="2400" b="0">
                <a:solidFill>
                  <a:srgbClr val="222222"/>
                </a:solidFill>
                <a:latin typeface="Noto Sans CJK SC"/>
                <a:ea typeface="Noto Sans CJK SC"/>
                <a:cs typeface="Noto Sans CJK SC"/>
              </a:defRPr>
            </a:lvl2pPr>
            <a:lvl3pPr algn="ctr">
              <a:defRPr sz="2400" b="0">
                <a:solidFill>
                  <a:srgbClr val="222222"/>
                </a:solidFill>
                <a:latin typeface="Noto Sans CJK SC"/>
                <a:ea typeface="Noto Sans CJK SC"/>
                <a:cs typeface="Noto Sans CJK SC"/>
              </a:defRPr>
            </a:lvl3pPr>
            <a:lvl4pPr algn="ctr">
              <a:defRPr sz="2400" b="0">
                <a:solidFill>
                  <a:srgbClr val="222222"/>
                </a:solidFill>
                <a:latin typeface="Noto Sans CJK SC"/>
                <a:ea typeface="Noto Sans CJK SC"/>
                <a:cs typeface="Noto Sans CJK SC"/>
              </a:defRPr>
            </a:lvl4pPr>
            <a:lvl5pPr algn="ctr">
              <a:defRPr sz="2400" b="0">
                <a:solidFill>
                  <a:srgbClr val="222222"/>
                </a:solidFill>
                <a:latin typeface="Noto Sans CJK SC"/>
                <a:ea typeface="Noto Sans CJK SC"/>
                <a:cs typeface="Noto Sans CJK SC"/>
              </a:defRPr>
            </a:lvl5pPr>
            <a:lvl6pPr algn="ctr">
              <a:defRPr sz="2400" b="0">
                <a:solidFill>
                  <a:srgbClr val="222222"/>
                </a:solidFill>
                <a:latin typeface="Noto Sans CJK SC"/>
                <a:ea typeface="Noto Sans CJK SC"/>
                <a:cs typeface="Noto Sans CJK SC"/>
              </a:defRPr>
            </a:lvl6pPr>
            <a:lvl7pPr algn="ctr">
              <a:defRPr sz="2400" b="0">
                <a:solidFill>
                  <a:srgbClr val="222222"/>
                </a:solidFill>
                <a:latin typeface="Noto Sans CJK SC"/>
                <a:ea typeface="Noto Sans CJK SC"/>
                <a:cs typeface="Noto Sans CJK SC"/>
              </a:defRPr>
            </a:lvl7pPr>
            <a:lvl8pPr algn="ctr">
              <a:defRPr sz="2400" b="0">
                <a:solidFill>
                  <a:srgbClr val="222222"/>
                </a:solidFill>
                <a:latin typeface="Noto Sans CJK SC"/>
                <a:ea typeface="Noto Sans CJK SC"/>
                <a:cs typeface="Noto Sans CJK SC"/>
              </a:defRPr>
            </a:lvl8pPr>
            <a:lvl9pPr algn="ctr">
              <a:defRPr sz="2400" b="0">
                <a:solidFill>
                  <a:srgbClr val="222222"/>
                </a:solidFill>
                <a:latin typeface="Noto Sans CJK SC"/>
                <a:ea typeface="Noto Sans CJK SC"/>
                <a:cs typeface="Noto Sans CJK SC"/>
              </a:defRPr>
            </a:lvl9pPr>
          </a:lstStyle>
          <a:p>
            <a:pPr algn="ctr">
              <a:defRPr sz="2400" b="0">
                <a:solidFill>
                  <a:srgbClr val="222222"/>
                </a:solidFill>
                <a:latin typeface="Noto Sans CJK SC"/>
                <a:ea typeface="Noto Sans CJK SC"/>
                <a:cs typeface="Noto Sans CJK SC"/>
              </a:defRPr>
            </a:pPr>
            <a:r>
              <a:rPr sz="2400" b="0">
                <a:solidFill>
                  <a:srgbClr val="222222"/>
                </a:solidFill>
                <a:latin typeface="Noto Sans CJK SC"/>
                <a:ea typeface="Noto Sans CJK SC"/>
                <a:cs typeface="Noto Sans CJK SC"/>
              </a:rPr>
              <a:t>连续动作</a:t>
            </a:r>
          </a:p>
          <a:p>
            <a:pPr algn="ctr">
              <a:defRPr sz="2400" b="0">
                <a:solidFill>
                  <a:srgbClr val="222222"/>
                </a:solidFill>
                <a:latin typeface="Noto Sans CJK SC"/>
                <a:ea typeface="Noto Sans CJK SC"/>
                <a:cs typeface="Noto Sans CJK SC"/>
              </a:defRPr>
            </a:pPr>
            <a:r>
              <a:rPr sz="2400" b="0">
                <a:solidFill>
                  <a:srgbClr val="222222"/>
                </a:solidFill>
                <a:latin typeface="Noto Sans CJK SC"/>
                <a:ea typeface="Noto Sans CJK SC"/>
                <a:cs typeface="Noto Sans CJK SC"/>
              </a:rPr>
              <a:t>专家</a:t>
            </a:r>
          </a:p>
        </p:txBody>
      </p:sp>
      <p:cxnSp>
        <p:nvCxnSpPr>
          <p:cNvPr id="41" name="action-to-environment">
            <a:extLst>
              <a:ext uri="{FF2B5EF4-FFF2-40B4-BE49-F238E27FC236}">
                <a16:creationId xmlns:a16="http://schemas.microsoft.com/office/drawing/2014/main" id="{41DF9B43-6A89-499E-8E22-37E3CE9543B5}"/>
              </a:ext>
            </a:extLst>
          </p:cNvPr>
          <p:cNvCxnSpPr/>
          <p:nvPr/>
        </p:nvCxnSpPr>
        <p:spPr>
          <a:xfrm flipH="0" flipV="0">
            <a:off x="12153900" y="4524375"/>
            <a:ext cx="342900" cy="0"/>
          </a:xfrm>
          <a:prstGeom prst="straightConnector1">
            <a:avLst/>
          </a:prstGeom>
          <a:ln w="20955">
            <a:solidFill>
              <a:srgbClr val="64686C"/>
            </a:solidFill>
            <a:prstDash val="solid"/>
            <a:tailEnd type="triangle" w="med" len="med"/>
          </a:ln>
        </p:spPr>
      </p:cxnSp>
      <p:pic>
        <p:nvPicPr>
          <p:cNvPr id="42" name="">
            <a:extLst>
              <a:ext uri="{FF2B5EF4-FFF2-40B4-BE49-F238E27FC236}">
                <a16:creationId xmlns:a16="http://schemas.microsoft.com/office/drawing/2014/main" id="{08A26CD2-6167-4454-9FE9-A060FDC7529C}"/>
              </a:ext>
            </a:extLst>
          </p:cNvPr>
          <p:cNvPicPr>
            <a:picLocks noChangeAspect="1"/>
          </p:cNvPicPr>
          <p:nvPr/>
        </p:nvPicPr>
        <p:blipFill>
          <a:blip r:embed="rIdFigure31Photo2"/>
          <a:srcRect l="0" t="7371" r="50000" b="47809"/>
          <a:stretch/>
        </p:blipFill>
        <p:spPr>
          <a:xfrm>
            <a:off x="12496800" y="3686175"/>
            <a:ext cx="2286000" cy="1609725"/>
          </a:xfrm>
          <a:prstGeom prst="rect">
            <a:avLst/>
          </a:prstGeom>
        </p:spPr>
      </p:pic>
      <p:sp>
        <p:nvSpPr>
          <p:cNvPr id="43" name="photo-b-caption">
            <a:extLst>
              <a:ext uri="{FF2B5EF4-FFF2-40B4-BE49-F238E27FC236}">
                <a16:creationId xmlns:a16="http://schemas.microsoft.com/office/drawing/2014/main" id="{F1651BFB-E655-4396-B9A7-664F15852833}"/>
              </a:ext>
            </a:extLst>
          </p:cNvPr>
          <p:cNvSpPr>
            <a:spLocks noGrp="1"/>
          </p:cNvSpPr>
          <p:nvPr/>
        </p:nvSpPr>
        <p:spPr>
          <a:xfrm>
            <a:off x="12382500" y="5334000"/>
            <a:ext cx="2571750" cy="323850"/>
          </a:xfrm>
          <a:prstGeom prst="rect">
            <a:avLst/>
          </a:prstGeom>
          <a:noFill/>
          <a:ln w="0">
            <a:noFill/>
          </a:ln>
        </p:spPr>
        <p:txBody>
          <a:bodyPr wrap="none" lIns="0" tIns="0" rIns="0" bIns="0" anchor="ctr">
            <a:noAutofit/>
          </a:bodyPr>
          <a:lstStyle>
            <a:defPPr algn="ctr">
              <a:defRPr sz="1800" b="0">
                <a:solidFill>
                  <a:srgbClr val="64686C"/>
                </a:solidFill>
                <a:latin typeface="Noto Sans CJK SC"/>
                <a:ea typeface="Noto Sans CJK SC"/>
                <a:cs typeface="Noto Sans CJK SC"/>
              </a:defRPr>
            </a:defPPr>
            <a:lvl1pPr algn="ctr">
              <a:defRPr sz="1800" b="0">
                <a:solidFill>
                  <a:srgbClr val="64686C"/>
                </a:solidFill>
                <a:latin typeface="Noto Sans CJK SC"/>
                <a:ea typeface="Noto Sans CJK SC"/>
                <a:cs typeface="Noto Sans CJK SC"/>
              </a:defRPr>
            </a:lvl1pPr>
            <a:lvl2pPr algn="ctr">
              <a:defRPr sz="1800" b="0">
                <a:solidFill>
                  <a:srgbClr val="64686C"/>
                </a:solidFill>
                <a:latin typeface="Noto Sans CJK SC"/>
                <a:ea typeface="Noto Sans CJK SC"/>
                <a:cs typeface="Noto Sans CJK SC"/>
              </a:defRPr>
            </a:lvl2pPr>
            <a:lvl3pPr algn="ctr">
              <a:defRPr sz="1800" b="0">
                <a:solidFill>
                  <a:srgbClr val="64686C"/>
                </a:solidFill>
                <a:latin typeface="Noto Sans CJK SC"/>
                <a:ea typeface="Noto Sans CJK SC"/>
                <a:cs typeface="Noto Sans CJK SC"/>
              </a:defRPr>
            </a:lvl3pPr>
            <a:lvl4pPr algn="ctr">
              <a:defRPr sz="1800" b="0">
                <a:solidFill>
                  <a:srgbClr val="64686C"/>
                </a:solidFill>
                <a:latin typeface="Noto Sans CJK SC"/>
                <a:ea typeface="Noto Sans CJK SC"/>
                <a:cs typeface="Noto Sans CJK SC"/>
              </a:defRPr>
            </a:lvl4pPr>
            <a:lvl5pPr algn="ctr">
              <a:defRPr sz="1800" b="0">
                <a:solidFill>
                  <a:srgbClr val="64686C"/>
                </a:solidFill>
                <a:latin typeface="Noto Sans CJK SC"/>
                <a:ea typeface="Noto Sans CJK SC"/>
                <a:cs typeface="Noto Sans CJK SC"/>
              </a:defRPr>
            </a:lvl5pPr>
            <a:lvl6pPr algn="ctr">
              <a:defRPr sz="1800" b="0">
                <a:solidFill>
                  <a:srgbClr val="64686C"/>
                </a:solidFill>
                <a:latin typeface="Noto Sans CJK SC"/>
                <a:ea typeface="Noto Sans CJK SC"/>
                <a:cs typeface="Noto Sans CJK SC"/>
              </a:defRPr>
            </a:lvl6pPr>
            <a:lvl7pPr algn="ctr">
              <a:defRPr sz="1800" b="0">
                <a:solidFill>
                  <a:srgbClr val="64686C"/>
                </a:solidFill>
                <a:latin typeface="Noto Sans CJK SC"/>
                <a:ea typeface="Noto Sans CJK SC"/>
                <a:cs typeface="Noto Sans CJK SC"/>
              </a:defRPr>
            </a:lvl7pPr>
            <a:lvl8pPr algn="ctr">
              <a:defRPr sz="1800" b="0">
                <a:solidFill>
                  <a:srgbClr val="64686C"/>
                </a:solidFill>
                <a:latin typeface="Noto Sans CJK SC"/>
                <a:ea typeface="Noto Sans CJK SC"/>
                <a:cs typeface="Noto Sans CJK SC"/>
              </a:defRPr>
            </a:lvl8pPr>
            <a:lvl9pPr algn="ctr">
              <a:defRPr sz="1800" b="0">
                <a:solidFill>
                  <a:srgbClr val="64686C"/>
                </a:solidFill>
                <a:latin typeface="Noto Sans CJK SC"/>
                <a:ea typeface="Noto Sans CJK SC"/>
                <a:cs typeface="Noto Sans CJK SC"/>
              </a:defRPr>
            </a:lvl9pPr>
          </a:lstStyle>
          <a:p>
            <a:pPr algn="ctr">
              <a:defRPr sz="1800" b="0">
                <a:solidFill>
                  <a:srgbClr val="64686C"/>
                </a:solidFill>
                <a:latin typeface="Noto Sans CJK SC"/>
                <a:ea typeface="Noto Sans CJK SC"/>
                <a:cs typeface="Noto Sans CJK SC"/>
              </a:defRPr>
            </a:pPr>
            <a:r>
              <a:rPr sz="1800" b="0">
                <a:solidFill>
                  <a:srgbClr val="64686C"/>
                </a:solidFill>
                <a:latin typeface="Noto Sans CJK SC"/>
                <a:ea typeface="Noto Sans CJK SC"/>
                <a:cs typeface="Noto Sans CJK SC"/>
              </a:rPr>
              <a:t>RM65-B 既有仿真</a:t>
            </a:r>
          </a:p>
        </p:txBody>
      </p:sp>
      <p:cxnSp>
        <p:nvCxnSpPr>
          <p:cNvPr id="44" name="execution-observation-down">
            <a:extLst>
              <a:ext uri="{FF2B5EF4-FFF2-40B4-BE49-F238E27FC236}">
                <a16:creationId xmlns:a16="http://schemas.microsoft.com/office/drawing/2014/main" id="{99970125-6A61-48D4-A2E1-A1A0A0C8143E}"/>
              </a:ext>
            </a:extLst>
          </p:cNvPr>
          <p:cNvCxnSpPr/>
          <p:nvPr/>
        </p:nvCxnSpPr>
        <p:spPr>
          <a:xfrm flipH="0" flipV="0">
            <a:off x="13639800" y="5295900"/>
            <a:ext cx="0" cy="552450"/>
          </a:xfrm>
          <a:prstGeom prst="straightConnector1">
            <a:avLst/>
          </a:prstGeom>
          <a:ln w="20955">
            <a:solidFill>
              <a:srgbClr val="64686C"/>
            </a:solidFill>
            <a:prstDash val="solid"/>
            <a:tailEnd type="none" w="med" len="med"/>
          </a:ln>
        </p:spPr>
      </p:cxnSp>
      <p:cxnSp>
        <p:nvCxnSpPr>
          <p:cNvPr id="45" name="execution-observation-left">
            <a:extLst>
              <a:ext uri="{FF2B5EF4-FFF2-40B4-BE49-F238E27FC236}">
                <a16:creationId xmlns:a16="http://schemas.microsoft.com/office/drawing/2014/main" id="{6FA80BDE-7F73-4B93-B8D1-51AFBA703B35}"/>
              </a:ext>
            </a:extLst>
          </p:cNvPr>
          <p:cNvCxnSpPr/>
          <p:nvPr/>
        </p:nvCxnSpPr>
        <p:spPr>
          <a:xfrm flipH="1" flipV="0">
            <a:off x="8858250" y="5848350"/>
            <a:ext cx="4781550" cy="0"/>
          </a:xfrm>
          <a:prstGeom prst="straightConnector1">
            <a:avLst/>
          </a:prstGeom>
          <a:ln w="20955">
            <a:solidFill>
              <a:srgbClr val="64686C"/>
            </a:solidFill>
            <a:prstDash val="solid"/>
            <a:tailEnd type="none" w="med" len="med"/>
          </a:ln>
        </p:spPr>
      </p:cxnSp>
      <p:cxnSp>
        <p:nvCxnSpPr>
          <p:cNvPr id="46" name="execution-observation-up">
            <a:extLst>
              <a:ext uri="{FF2B5EF4-FFF2-40B4-BE49-F238E27FC236}">
                <a16:creationId xmlns:a16="http://schemas.microsoft.com/office/drawing/2014/main" id="{95040A81-3705-43E1-AB3D-448C017B933B}"/>
              </a:ext>
            </a:extLst>
          </p:cNvPr>
          <p:cNvCxnSpPr/>
          <p:nvPr/>
        </p:nvCxnSpPr>
        <p:spPr>
          <a:xfrm flipH="0" flipV="1">
            <a:off x="8858250" y="5048250"/>
            <a:ext cx="0" cy="800100"/>
          </a:xfrm>
          <a:prstGeom prst="straightConnector1">
            <a:avLst/>
          </a:prstGeom>
          <a:ln w="20955">
            <a:solidFill>
              <a:srgbClr val="64686C"/>
            </a:solidFill>
            <a:prstDash val="solid"/>
            <a:tailEnd type="triangle" w="med" len="med"/>
          </a:ln>
        </p:spPr>
      </p:cxnSp>
      <p:sp>
        <p:nvSpPr>
          <p:cNvPr id="47" name="observation-loop-label">
            <a:extLst>
              <a:ext uri="{FF2B5EF4-FFF2-40B4-BE49-F238E27FC236}">
                <a16:creationId xmlns:a16="http://schemas.microsoft.com/office/drawing/2014/main" id="{27A0F841-DC4A-43A7-9D8D-2604F904EDD3}"/>
              </a:ext>
            </a:extLst>
          </p:cNvPr>
          <p:cNvSpPr>
            <a:spLocks noGrp="1"/>
          </p:cNvSpPr>
          <p:nvPr/>
        </p:nvSpPr>
        <p:spPr>
          <a:xfrm>
            <a:off x="9886950" y="5915025"/>
            <a:ext cx="3438525" cy="352425"/>
          </a:xfrm>
          <a:prstGeom prst="rect">
            <a:avLst/>
          </a:prstGeom>
          <a:noFill/>
          <a:ln w="0">
            <a:noFill/>
          </a:ln>
        </p:spPr>
        <p:txBody>
          <a:bodyPr wrap="none" lIns="0" tIns="0" rIns="0" bIns="0" anchor="ctr">
            <a:noAutofit/>
          </a:bodyPr>
          <a:lstStyle>
            <a:defPPr algn="ctr">
              <a:defRPr sz="2025" b="0">
                <a:solidFill>
                  <a:srgbClr val="64686C"/>
                </a:solidFill>
                <a:latin typeface="Noto Sans CJK SC"/>
                <a:ea typeface="Noto Sans CJK SC"/>
                <a:cs typeface="Noto Sans CJK SC"/>
              </a:defRPr>
            </a:defPPr>
            <a:lvl1pPr algn="ctr">
              <a:defRPr sz="2025" b="0">
                <a:solidFill>
                  <a:srgbClr val="64686C"/>
                </a:solidFill>
                <a:latin typeface="Noto Sans CJK SC"/>
                <a:ea typeface="Noto Sans CJK SC"/>
                <a:cs typeface="Noto Sans CJK SC"/>
              </a:defRPr>
            </a:lvl1pPr>
            <a:lvl2pPr algn="ctr">
              <a:defRPr sz="2025" b="0">
                <a:solidFill>
                  <a:srgbClr val="64686C"/>
                </a:solidFill>
                <a:latin typeface="Noto Sans CJK SC"/>
                <a:ea typeface="Noto Sans CJK SC"/>
                <a:cs typeface="Noto Sans CJK SC"/>
              </a:defRPr>
            </a:lvl2pPr>
            <a:lvl3pPr algn="ctr">
              <a:defRPr sz="2025" b="0">
                <a:solidFill>
                  <a:srgbClr val="64686C"/>
                </a:solidFill>
                <a:latin typeface="Noto Sans CJK SC"/>
                <a:ea typeface="Noto Sans CJK SC"/>
                <a:cs typeface="Noto Sans CJK SC"/>
              </a:defRPr>
            </a:lvl3pPr>
            <a:lvl4pPr algn="ctr">
              <a:defRPr sz="2025" b="0">
                <a:solidFill>
                  <a:srgbClr val="64686C"/>
                </a:solidFill>
                <a:latin typeface="Noto Sans CJK SC"/>
                <a:ea typeface="Noto Sans CJK SC"/>
                <a:cs typeface="Noto Sans CJK SC"/>
              </a:defRPr>
            </a:lvl4pPr>
            <a:lvl5pPr algn="ctr">
              <a:defRPr sz="2025" b="0">
                <a:solidFill>
                  <a:srgbClr val="64686C"/>
                </a:solidFill>
                <a:latin typeface="Noto Sans CJK SC"/>
                <a:ea typeface="Noto Sans CJK SC"/>
                <a:cs typeface="Noto Sans CJK SC"/>
              </a:defRPr>
            </a:lvl5pPr>
            <a:lvl6pPr algn="ctr">
              <a:defRPr sz="2025" b="0">
                <a:solidFill>
                  <a:srgbClr val="64686C"/>
                </a:solidFill>
                <a:latin typeface="Noto Sans CJK SC"/>
                <a:ea typeface="Noto Sans CJK SC"/>
                <a:cs typeface="Noto Sans CJK SC"/>
              </a:defRPr>
            </a:lvl6pPr>
            <a:lvl7pPr algn="ctr">
              <a:defRPr sz="2025" b="0">
                <a:solidFill>
                  <a:srgbClr val="64686C"/>
                </a:solidFill>
                <a:latin typeface="Noto Sans CJK SC"/>
                <a:ea typeface="Noto Sans CJK SC"/>
                <a:cs typeface="Noto Sans CJK SC"/>
              </a:defRPr>
            </a:lvl7pPr>
            <a:lvl8pPr algn="ctr">
              <a:defRPr sz="2025" b="0">
                <a:solidFill>
                  <a:srgbClr val="64686C"/>
                </a:solidFill>
                <a:latin typeface="Noto Sans CJK SC"/>
                <a:ea typeface="Noto Sans CJK SC"/>
                <a:cs typeface="Noto Sans CJK SC"/>
              </a:defRPr>
            </a:lvl8pPr>
            <a:lvl9pPr algn="ctr">
              <a:defRPr sz="2025" b="0">
                <a:solidFill>
                  <a:srgbClr val="64686C"/>
                </a:solidFill>
                <a:latin typeface="Noto Sans CJK SC"/>
                <a:ea typeface="Noto Sans CJK SC"/>
                <a:cs typeface="Noto Sans CJK SC"/>
              </a:defRPr>
            </a:lvl9pPr>
          </a:lstStyle>
          <a:p>
            <a:pPr algn="ctr">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新观察与执行结果</a:t>
            </a:r>
          </a:p>
        </p:txBody>
      </p:sp>
      <p:cxnSp>
        <p:nvCxnSpPr>
          <p:cNvPr id="48" name="lower-panel-separator">
            <a:extLst>
              <a:ext uri="{FF2B5EF4-FFF2-40B4-BE49-F238E27FC236}">
                <a16:creationId xmlns:a16="http://schemas.microsoft.com/office/drawing/2014/main" id="{F78E4E6C-FF4C-4452-92FD-1EDDAF8AD601}"/>
              </a:ext>
            </a:extLst>
          </p:cNvPr>
          <p:cNvCxnSpPr/>
          <p:nvPr/>
        </p:nvCxnSpPr>
        <p:spPr>
          <a:xfrm flipH="0" flipV="0">
            <a:off x="381000" y="6867525"/>
            <a:ext cx="14401800" cy="0"/>
          </a:xfrm>
          <a:prstGeom prst="straightConnector1">
            <a:avLst/>
          </a:prstGeom>
          <a:ln w="12383">
            <a:solidFill>
              <a:srgbClr val="C6C9CB"/>
            </a:solidFill>
            <a:prstDash val="solid"/>
            <a:tailEnd type="none" w="med" len="med"/>
          </a:ln>
        </p:spPr>
      </p:cxnSp>
      <p:sp>
        <p:nvSpPr>
          <p:cNvPr id="49" name="panel-c">
            <a:extLst>
              <a:ext uri="{FF2B5EF4-FFF2-40B4-BE49-F238E27FC236}">
                <a16:creationId xmlns:a16="http://schemas.microsoft.com/office/drawing/2014/main" id="{DC5D096A-FA30-4034-95C5-DC6E57263CF9}"/>
              </a:ext>
            </a:extLst>
          </p:cNvPr>
          <p:cNvSpPr>
            <a:spLocks noGrp="1"/>
          </p:cNvSpPr>
          <p:nvPr/>
        </p:nvSpPr>
        <p:spPr>
          <a:xfrm>
            <a:off x="381000" y="702945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c</a:t>
            </a:r>
          </a:p>
        </p:txBody>
      </p:sp>
      <p:sp>
        <p:nvSpPr>
          <p:cNvPr id="50" name="title-c">
            <a:extLst>
              <a:ext uri="{FF2B5EF4-FFF2-40B4-BE49-F238E27FC236}">
                <a16:creationId xmlns:a16="http://schemas.microsoft.com/office/drawing/2014/main" id="{BBCC1771-80CA-44AC-B2D7-E423C2EC63C8}"/>
              </a:ext>
            </a:extLst>
          </p:cNvPr>
          <p:cNvSpPr>
            <a:spLocks noGrp="1"/>
          </p:cNvSpPr>
          <p:nvPr/>
        </p:nvSpPr>
        <p:spPr>
          <a:xfrm>
            <a:off x="809625" y="7029450"/>
            <a:ext cx="13973175" cy="457200"/>
          </a:xfrm>
          <a:prstGeom prst="rect">
            <a:avLst/>
          </a:prstGeom>
          <a:noFill/>
          <a:ln w="0">
            <a:noFill/>
          </a:ln>
        </p:spPr>
        <p:txBody>
          <a:bodyPr wrap="none" lIns="0" tIns="0" rIns="0" bIns="0" anchor="ctr">
            <a:noAutofit/>
          </a:bodyPr>
          <a:lstStyle>
            <a:defPPr algn="l">
              <a:defRPr sz="2700" b="1">
                <a:solidFill>
                  <a:srgbClr val="222222"/>
                </a:solidFill>
                <a:latin typeface="Noto Sans CJK SC"/>
                <a:ea typeface="Noto Sans CJK SC"/>
                <a:cs typeface="Noto Sans CJK SC"/>
              </a:defRPr>
            </a:defPPr>
            <a:lvl1pPr algn="l">
              <a:defRPr sz="2700" b="1">
                <a:solidFill>
                  <a:srgbClr val="222222"/>
                </a:solidFill>
                <a:latin typeface="Noto Sans CJK SC"/>
                <a:ea typeface="Noto Sans CJK SC"/>
                <a:cs typeface="Noto Sans CJK SC"/>
              </a:defRPr>
            </a:lvl1pPr>
            <a:lvl2pPr algn="l">
              <a:defRPr sz="2700" b="1">
                <a:solidFill>
                  <a:srgbClr val="222222"/>
                </a:solidFill>
                <a:latin typeface="Noto Sans CJK SC"/>
                <a:ea typeface="Noto Sans CJK SC"/>
                <a:cs typeface="Noto Sans CJK SC"/>
              </a:defRPr>
            </a:lvl2pPr>
            <a:lvl3pPr algn="l">
              <a:defRPr sz="2700" b="1">
                <a:solidFill>
                  <a:srgbClr val="222222"/>
                </a:solidFill>
                <a:latin typeface="Noto Sans CJK SC"/>
                <a:ea typeface="Noto Sans CJK SC"/>
                <a:cs typeface="Noto Sans CJK SC"/>
              </a:defRPr>
            </a:lvl3pPr>
            <a:lvl4pPr algn="l">
              <a:defRPr sz="2700" b="1">
                <a:solidFill>
                  <a:srgbClr val="222222"/>
                </a:solidFill>
                <a:latin typeface="Noto Sans CJK SC"/>
                <a:ea typeface="Noto Sans CJK SC"/>
                <a:cs typeface="Noto Sans CJK SC"/>
              </a:defRPr>
            </a:lvl4pPr>
            <a:lvl5pPr algn="l">
              <a:defRPr sz="2700" b="1">
                <a:solidFill>
                  <a:srgbClr val="222222"/>
                </a:solidFill>
                <a:latin typeface="Noto Sans CJK SC"/>
                <a:ea typeface="Noto Sans CJK SC"/>
                <a:cs typeface="Noto Sans CJK SC"/>
              </a:defRPr>
            </a:lvl5pPr>
            <a:lvl6pPr algn="l">
              <a:defRPr sz="2700" b="1">
                <a:solidFill>
                  <a:srgbClr val="222222"/>
                </a:solidFill>
                <a:latin typeface="Noto Sans CJK SC"/>
                <a:ea typeface="Noto Sans CJK SC"/>
                <a:cs typeface="Noto Sans CJK SC"/>
              </a:defRPr>
            </a:lvl6pPr>
            <a:lvl7pPr algn="l">
              <a:defRPr sz="2700" b="1">
                <a:solidFill>
                  <a:srgbClr val="222222"/>
                </a:solidFill>
                <a:latin typeface="Noto Sans CJK SC"/>
                <a:ea typeface="Noto Sans CJK SC"/>
                <a:cs typeface="Noto Sans CJK SC"/>
              </a:defRPr>
            </a:lvl7pPr>
            <a:lvl8pPr algn="l">
              <a:defRPr sz="2700" b="1">
                <a:solidFill>
                  <a:srgbClr val="222222"/>
                </a:solidFill>
                <a:latin typeface="Noto Sans CJK SC"/>
                <a:ea typeface="Noto Sans CJK SC"/>
                <a:cs typeface="Noto Sans CJK SC"/>
              </a:defRPr>
            </a:lvl8pPr>
            <a:lvl9pPr algn="l">
              <a:defRPr sz="2700" b="1">
                <a:solidFill>
                  <a:srgbClr val="222222"/>
                </a:solidFill>
                <a:latin typeface="Noto Sans CJK SC"/>
                <a:ea typeface="Noto Sans CJK SC"/>
                <a:cs typeface="Noto Sans CJK SC"/>
              </a:defRPr>
            </a:lvl9pPr>
          </a:lstStyle>
          <a:p>
            <a:pPr algn="l">
              <a:defRPr sz="2700" b="1">
                <a:solidFill>
                  <a:srgbClr val="222222"/>
                </a:solidFill>
                <a:latin typeface="Noto Sans CJK SC"/>
                <a:ea typeface="Noto Sans CJK SC"/>
                <a:cs typeface="Noto Sans CJK SC"/>
              </a:defRPr>
            </a:pPr>
            <a:r>
              <a:rPr sz="2700" b="1">
                <a:solidFill>
                  <a:srgbClr val="222222"/>
                </a:solidFill>
                <a:latin typeface="Noto Sans CJK SC"/>
                <a:ea typeface="Noto Sans CJK SC"/>
                <a:cs typeface="Noto Sans CJK SC"/>
              </a:rPr>
              <a:t>基于执行后果的读写优化</a:t>
            </a:r>
          </a:p>
        </p:txBody>
      </p:sp>
      <p:sp>
        <p:nvSpPr>
          <p:cNvPr id="51" name="challenge-c">
            <a:extLst>
              <a:ext uri="{FF2B5EF4-FFF2-40B4-BE49-F238E27FC236}">
                <a16:creationId xmlns:a16="http://schemas.microsoft.com/office/drawing/2014/main" id="{9ADB153F-654F-4948-872C-D8DC56DA970C}"/>
              </a:ext>
            </a:extLst>
          </p:cNvPr>
          <p:cNvSpPr>
            <a:spLocks noGrp="1"/>
          </p:cNvSpPr>
          <p:nvPr/>
        </p:nvSpPr>
        <p:spPr>
          <a:xfrm>
            <a:off x="381000" y="7553325"/>
            <a:ext cx="14401800" cy="371475"/>
          </a:xfrm>
          <a:prstGeom prst="rect">
            <a:avLst/>
          </a:prstGeom>
          <a:noFill/>
          <a:ln w="0">
            <a:noFill/>
          </a:ln>
        </p:spPr>
        <p:txBody>
          <a:bodyPr wrap="none" lIns="0" tIns="0" rIns="0" bIns="0" anchor="ctr">
            <a:noAutofit/>
          </a:bodyPr>
          <a:lstStyle>
            <a:defPPr algn="l">
              <a:defRPr sz="2325" b="0">
                <a:solidFill>
                  <a:srgbClr val="222222"/>
                </a:solidFill>
                <a:latin typeface="Noto Sans CJK SC"/>
                <a:ea typeface="Noto Sans CJK SC"/>
                <a:cs typeface="Noto Sans CJK SC"/>
              </a:defRPr>
            </a:defPPr>
            <a:lvl1pPr algn="l">
              <a:defRPr sz="2325" b="0">
                <a:solidFill>
                  <a:srgbClr val="222222"/>
                </a:solidFill>
                <a:latin typeface="Noto Sans CJK SC"/>
                <a:ea typeface="Noto Sans CJK SC"/>
                <a:cs typeface="Noto Sans CJK SC"/>
              </a:defRPr>
            </a:lvl1pPr>
            <a:lvl2pPr algn="l">
              <a:defRPr sz="2325" b="0">
                <a:solidFill>
                  <a:srgbClr val="222222"/>
                </a:solidFill>
                <a:latin typeface="Noto Sans CJK SC"/>
                <a:ea typeface="Noto Sans CJK SC"/>
                <a:cs typeface="Noto Sans CJK SC"/>
              </a:defRPr>
            </a:lvl2pPr>
            <a:lvl3pPr algn="l">
              <a:defRPr sz="2325" b="0">
                <a:solidFill>
                  <a:srgbClr val="222222"/>
                </a:solidFill>
                <a:latin typeface="Noto Sans CJK SC"/>
                <a:ea typeface="Noto Sans CJK SC"/>
                <a:cs typeface="Noto Sans CJK SC"/>
              </a:defRPr>
            </a:lvl3pPr>
            <a:lvl4pPr algn="l">
              <a:defRPr sz="2325" b="0">
                <a:solidFill>
                  <a:srgbClr val="222222"/>
                </a:solidFill>
                <a:latin typeface="Noto Sans CJK SC"/>
                <a:ea typeface="Noto Sans CJK SC"/>
                <a:cs typeface="Noto Sans CJK SC"/>
              </a:defRPr>
            </a:lvl4pPr>
            <a:lvl5pPr algn="l">
              <a:defRPr sz="2325" b="0">
                <a:solidFill>
                  <a:srgbClr val="222222"/>
                </a:solidFill>
                <a:latin typeface="Noto Sans CJK SC"/>
                <a:ea typeface="Noto Sans CJK SC"/>
                <a:cs typeface="Noto Sans CJK SC"/>
              </a:defRPr>
            </a:lvl5pPr>
            <a:lvl6pPr algn="l">
              <a:defRPr sz="2325" b="0">
                <a:solidFill>
                  <a:srgbClr val="222222"/>
                </a:solidFill>
                <a:latin typeface="Noto Sans CJK SC"/>
                <a:ea typeface="Noto Sans CJK SC"/>
                <a:cs typeface="Noto Sans CJK SC"/>
              </a:defRPr>
            </a:lvl6pPr>
            <a:lvl7pPr algn="l">
              <a:defRPr sz="2325" b="0">
                <a:solidFill>
                  <a:srgbClr val="222222"/>
                </a:solidFill>
                <a:latin typeface="Noto Sans CJK SC"/>
                <a:ea typeface="Noto Sans CJK SC"/>
                <a:cs typeface="Noto Sans CJK SC"/>
              </a:defRPr>
            </a:lvl7pPr>
            <a:lvl8pPr algn="l">
              <a:defRPr sz="2325" b="0">
                <a:solidFill>
                  <a:srgbClr val="222222"/>
                </a:solidFill>
                <a:latin typeface="Noto Sans CJK SC"/>
                <a:ea typeface="Noto Sans CJK SC"/>
                <a:cs typeface="Noto Sans CJK SC"/>
              </a:defRPr>
            </a:lvl8pPr>
            <a:lvl9pPr algn="l">
              <a:defRPr sz="2325" b="0">
                <a:solidFill>
                  <a:srgbClr val="222222"/>
                </a:solidFill>
                <a:latin typeface="Noto Sans CJK SC"/>
                <a:ea typeface="Noto Sans CJK SC"/>
                <a:cs typeface="Noto Sans CJK SC"/>
              </a:defRPr>
            </a:lvl9pPr>
          </a:lstStyle>
          <a:p>
            <a:pPr algn="l">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单次动作失败易误导高层读写评价</a:t>
            </a:r>
          </a:p>
        </p:txBody>
      </p:sp>
      <p:sp>
        <p:nvSpPr>
          <p:cNvPr id="52" name="same-extended-start">
            <a:extLst>
              <a:ext uri="{FF2B5EF4-FFF2-40B4-BE49-F238E27FC236}">
                <a16:creationId xmlns:a16="http://schemas.microsoft.com/office/drawing/2014/main" id="{49ACA125-1CB8-4BF6-828F-4D794775CEE8}"/>
              </a:ext>
            </a:extLst>
          </p:cNvPr>
          <p:cNvSpPr>
            <a:spLocks noGrp="1"/>
          </p:cNvSpPr>
          <p:nvPr/>
        </p:nvSpPr>
        <p:spPr>
          <a:xfrm>
            <a:off x="381000" y="8829675"/>
            <a:ext cx="2400300" cy="1028700"/>
          </a:xfrm>
          <a:prstGeom prst="rect">
            <a:avLst/>
          </a:prstGeom>
          <a:solidFill>
            <a:srgbClr val="F4F5F5"/>
          </a:solidFill>
          <a:ln w="17145">
            <a:solidFill>
              <a:srgbClr val="A6AAAD"/>
            </a:solidFill>
            <a:prstDash val="solid"/>
          </a:ln>
        </p:spPr>
      </p:sp>
      <p:sp>
        <p:nvSpPr>
          <p:cNvPr id="53" name="same-extended-start-text">
            <a:extLst>
              <a:ext uri="{FF2B5EF4-FFF2-40B4-BE49-F238E27FC236}">
                <a16:creationId xmlns:a16="http://schemas.microsoft.com/office/drawing/2014/main" id="{C0CEAA24-E869-4330-80F2-C53468F49FA4}"/>
              </a:ext>
            </a:extLst>
          </p:cNvPr>
          <p:cNvSpPr>
            <a:spLocks noGrp="1"/>
          </p:cNvSpPr>
          <p:nvPr/>
        </p:nvSpPr>
        <p:spPr>
          <a:xfrm>
            <a:off x="476250" y="8886825"/>
            <a:ext cx="2209800" cy="91440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同一扩展起点</a:t>
            </a:r>
          </a:p>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场景＋内部记忆</a:t>
            </a:r>
          </a:p>
        </p:txBody>
      </p:sp>
      <p:cxnSp>
        <p:nvCxnSpPr>
          <p:cNvPr id="54" name="fork-stem">
            <a:extLst>
              <a:ext uri="{FF2B5EF4-FFF2-40B4-BE49-F238E27FC236}">
                <a16:creationId xmlns:a16="http://schemas.microsoft.com/office/drawing/2014/main" id="{31178A6D-4F1C-4000-AB5C-F167286AD08D}"/>
              </a:ext>
            </a:extLst>
          </p:cNvPr>
          <p:cNvCxnSpPr/>
          <p:nvPr/>
        </p:nvCxnSpPr>
        <p:spPr>
          <a:xfrm flipH="0" flipV="0">
            <a:off x="2781300" y="9344025"/>
            <a:ext cx="352425" cy="0"/>
          </a:xfrm>
          <a:prstGeom prst="straightConnector1">
            <a:avLst/>
          </a:prstGeom>
          <a:ln w="20955">
            <a:solidFill>
              <a:srgbClr val="64686C"/>
            </a:solidFill>
            <a:prstDash val="solid"/>
            <a:tailEnd type="none" w="med" len="med"/>
          </a:ln>
        </p:spPr>
      </p:cxnSp>
      <p:cxnSp>
        <p:nvCxnSpPr>
          <p:cNvPr id="55" name="fork-upper">
            <a:extLst>
              <a:ext uri="{FF2B5EF4-FFF2-40B4-BE49-F238E27FC236}">
                <a16:creationId xmlns:a16="http://schemas.microsoft.com/office/drawing/2014/main" id="{13E01AFC-90E2-4EFD-9B18-39227C686EEB}"/>
              </a:ext>
            </a:extLst>
          </p:cNvPr>
          <p:cNvCxnSpPr/>
          <p:nvPr/>
        </p:nvCxnSpPr>
        <p:spPr>
          <a:xfrm flipH="0" flipV="0">
            <a:off x="3133725" y="8639175"/>
            <a:ext cx="0" cy="1543050"/>
          </a:xfrm>
          <a:prstGeom prst="straightConnector1">
            <a:avLst/>
          </a:prstGeom>
          <a:ln w="20955">
            <a:solidFill>
              <a:srgbClr val="64686C"/>
            </a:solidFill>
            <a:prstDash val="solid"/>
            <a:tailEnd type="none" w="med" len="med"/>
          </a:ln>
        </p:spPr>
      </p:cxnSp>
      <p:cxnSp>
        <p:nvCxnSpPr>
          <p:cNvPr id="56" name="fork-a">
            <a:extLst>
              <a:ext uri="{FF2B5EF4-FFF2-40B4-BE49-F238E27FC236}">
                <a16:creationId xmlns:a16="http://schemas.microsoft.com/office/drawing/2014/main" id="{FE5DCEB8-AA3E-401F-B103-B63BDD62D0F4}"/>
              </a:ext>
            </a:extLst>
          </p:cNvPr>
          <p:cNvCxnSpPr/>
          <p:nvPr/>
        </p:nvCxnSpPr>
        <p:spPr>
          <a:xfrm flipH="0" flipV="0">
            <a:off x="3133725" y="8639175"/>
            <a:ext cx="533400" cy="0"/>
          </a:xfrm>
          <a:prstGeom prst="straightConnector1">
            <a:avLst/>
          </a:prstGeom>
          <a:ln w="20955">
            <a:solidFill>
              <a:srgbClr val="64686C"/>
            </a:solidFill>
            <a:prstDash val="solid"/>
            <a:tailEnd type="triangle" w="med" len="med"/>
          </a:ln>
        </p:spPr>
      </p:cxnSp>
      <p:cxnSp>
        <p:nvCxnSpPr>
          <p:cNvPr id="57" name="fork-b">
            <a:extLst>
              <a:ext uri="{FF2B5EF4-FFF2-40B4-BE49-F238E27FC236}">
                <a16:creationId xmlns:a16="http://schemas.microsoft.com/office/drawing/2014/main" id="{C5ADB1AD-2ACD-4727-ABF5-55890449834B}"/>
              </a:ext>
            </a:extLst>
          </p:cNvPr>
          <p:cNvCxnSpPr/>
          <p:nvPr/>
        </p:nvCxnSpPr>
        <p:spPr>
          <a:xfrm flipH="0" flipV="0">
            <a:off x="3133725" y="10182225"/>
            <a:ext cx="533400" cy="0"/>
          </a:xfrm>
          <a:prstGeom prst="straightConnector1">
            <a:avLst/>
          </a:prstGeom>
          <a:ln w="20955">
            <a:solidFill>
              <a:srgbClr val="64686C"/>
            </a:solidFill>
            <a:prstDash val="solid"/>
            <a:tailEnd type="triangle" w="med" len="med"/>
          </a:ln>
        </p:spPr>
      </p:cxnSp>
      <p:sp>
        <p:nvSpPr>
          <p:cNvPr id="58" name="candidate-a">
            <a:extLst>
              <a:ext uri="{FF2B5EF4-FFF2-40B4-BE49-F238E27FC236}">
                <a16:creationId xmlns:a16="http://schemas.microsoft.com/office/drawing/2014/main" id="{7C418F05-9441-486F-832D-38C77DDCCB50}"/>
              </a:ext>
            </a:extLst>
          </p:cNvPr>
          <p:cNvSpPr>
            <a:spLocks noGrp="1"/>
          </p:cNvSpPr>
          <p:nvPr/>
        </p:nvSpPr>
        <p:spPr>
          <a:xfrm>
            <a:off x="3667125" y="8296275"/>
            <a:ext cx="2333625" cy="685800"/>
          </a:xfrm>
          <a:prstGeom prst="rect">
            <a:avLst/>
          </a:prstGeom>
          <a:solidFill>
            <a:srgbClr val="EEF4F0"/>
          </a:solidFill>
          <a:ln w="17145">
            <a:solidFill>
              <a:srgbClr val="427568"/>
            </a:solidFill>
            <a:prstDash val="solid"/>
          </a:ln>
        </p:spPr>
      </p:sp>
      <p:sp>
        <p:nvSpPr>
          <p:cNvPr id="59" name="candidate-a-text">
            <a:extLst>
              <a:ext uri="{FF2B5EF4-FFF2-40B4-BE49-F238E27FC236}">
                <a16:creationId xmlns:a16="http://schemas.microsoft.com/office/drawing/2014/main" id="{D5E00198-E0A3-485F-B245-43B11BFFFBE6}"/>
              </a:ext>
            </a:extLst>
          </p:cNvPr>
          <p:cNvSpPr>
            <a:spLocks noGrp="1"/>
          </p:cNvSpPr>
          <p:nvPr/>
        </p:nvSpPr>
        <p:spPr>
          <a:xfrm>
            <a:off x="3762375" y="8353425"/>
            <a:ext cx="2143125" cy="571500"/>
          </a:xfrm>
          <a:prstGeom prst="rect">
            <a:avLst/>
          </a:prstGeom>
          <a:noFill/>
          <a:ln w="0">
            <a:noFill/>
          </a:ln>
        </p:spPr>
        <p:txBody>
          <a:bodyPr wrap="none" lIns="0" tIns="0" rIns="0" bIns="0" anchor="ctr">
            <a:noAutofit/>
          </a:bodyPr>
          <a:lstStyle>
            <a:defPPr algn="ctr">
              <a:defRPr sz="2325" b="0">
                <a:solidFill>
                  <a:srgbClr val="222222"/>
                </a:solidFill>
                <a:latin typeface="Noto Sans CJK SC"/>
                <a:ea typeface="Noto Sans CJK SC"/>
                <a:cs typeface="Noto Sans CJK SC"/>
              </a:defRPr>
            </a:defPPr>
            <a:lvl1pPr algn="ctr">
              <a:defRPr sz="2325" b="0">
                <a:solidFill>
                  <a:srgbClr val="222222"/>
                </a:solidFill>
                <a:latin typeface="Noto Sans CJK SC"/>
                <a:ea typeface="Noto Sans CJK SC"/>
                <a:cs typeface="Noto Sans CJK SC"/>
              </a:defRPr>
            </a:lvl1pPr>
            <a:lvl2pPr algn="ctr">
              <a:defRPr sz="2325" b="0">
                <a:solidFill>
                  <a:srgbClr val="222222"/>
                </a:solidFill>
                <a:latin typeface="Noto Sans CJK SC"/>
                <a:ea typeface="Noto Sans CJK SC"/>
                <a:cs typeface="Noto Sans CJK SC"/>
              </a:defRPr>
            </a:lvl2pPr>
            <a:lvl3pPr algn="ctr">
              <a:defRPr sz="2325" b="0">
                <a:solidFill>
                  <a:srgbClr val="222222"/>
                </a:solidFill>
                <a:latin typeface="Noto Sans CJK SC"/>
                <a:ea typeface="Noto Sans CJK SC"/>
                <a:cs typeface="Noto Sans CJK SC"/>
              </a:defRPr>
            </a:lvl3pPr>
            <a:lvl4pPr algn="ctr">
              <a:defRPr sz="2325" b="0">
                <a:solidFill>
                  <a:srgbClr val="222222"/>
                </a:solidFill>
                <a:latin typeface="Noto Sans CJK SC"/>
                <a:ea typeface="Noto Sans CJK SC"/>
                <a:cs typeface="Noto Sans CJK SC"/>
              </a:defRPr>
            </a:lvl4pPr>
            <a:lvl5pPr algn="ctr">
              <a:defRPr sz="2325" b="0">
                <a:solidFill>
                  <a:srgbClr val="222222"/>
                </a:solidFill>
                <a:latin typeface="Noto Sans CJK SC"/>
                <a:ea typeface="Noto Sans CJK SC"/>
                <a:cs typeface="Noto Sans CJK SC"/>
              </a:defRPr>
            </a:lvl5pPr>
            <a:lvl6pPr algn="ctr">
              <a:defRPr sz="2325" b="0">
                <a:solidFill>
                  <a:srgbClr val="222222"/>
                </a:solidFill>
                <a:latin typeface="Noto Sans CJK SC"/>
                <a:ea typeface="Noto Sans CJK SC"/>
                <a:cs typeface="Noto Sans CJK SC"/>
              </a:defRPr>
            </a:lvl6pPr>
            <a:lvl7pPr algn="ctr">
              <a:defRPr sz="2325" b="0">
                <a:solidFill>
                  <a:srgbClr val="222222"/>
                </a:solidFill>
                <a:latin typeface="Noto Sans CJK SC"/>
                <a:ea typeface="Noto Sans CJK SC"/>
                <a:cs typeface="Noto Sans CJK SC"/>
              </a:defRPr>
            </a:lvl7pPr>
            <a:lvl8pPr algn="ctr">
              <a:defRPr sz="2325" b="0">
                <a:solidFill>
                  <a:srgbClr val="222222"/>
                </a:solidFill>
                <a:latin typeface="Noto Sans CJK SC"/>
                <a:ea typeface="Noto Sans CJK SC"/>
                <a:cs typeface="Noto Sans CJK SC"/>
              </a:defRPr>
            </a:lvl8pPr>
            <a:lvl9pPr algn="ctr">
              <a:defRPr sz="2325" b="0">
                <a:solidFill>
                  <a:srgbClr val="222222"/>
                </a:solidFill>
                <a:latin typeface="Noto Sans CJK SC"/>
                <a:ea typeface="Noto Sans CJK SC"/>
                <a:cs typeface="Noto Sans CJK SC"/>
              </a:defRPr>
            </a:lvl9pPr>
          </a:lstStyle>
          <a:p>
            <a:pPr algn="ctr">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合法读写 A</a:t>
            </a:r>
          </a:p>
        </p:txBody>
      </p:sp>
      <p:sp>
        <p:nvSpPr>
          <p:cNvPr id="60" name="candidate-b">
            <a:extLst>
              <a:ext uri="{FF2B5EF4-FFF2-40B4-BE49-F238E27FC236}">
                <a16:creationId xmlns:a16="http://schemas.microsoft.com/office/drawing/2014/main" id="{3232F4D6-E143-49D7-A7BC-229236829975}"/>
              </a:ext>
            </a:extLst>
          </p:cNvPr>
          <p:cNvSpPr>
            <a:spLocks noGrp="1"/>
          </p:cNvSpPr>
          <p:nvPr/>
        </p:nvSpPr>
        <p:spPr>
          <a:xfrm>
            <a:off x="3667125" y="9839325"/>
            <a:ext cx="2333625" cy="685800"/>
          </a:xfrm>
          <a:prstGeom prst="rect">
            <a:avLst/>
          </a:prstGeom>
          <a:solidFill>
            <a:srgbClr val="EEF4F0"/>
          </a:solidFill>
          <a:ln w="17145">
            <a:solidFill>
              <a:srgbClr val="427568"/>
            </a:solidFill>
            <a:prstDash val="solid"/>
          </a:ln>
        </p:spPr>
      </p:sp>
      <p:sp>
        <p:nvSpPr>
          <p:cNvPr id="61" name="candidate-b-text">
            <a:extLst>
              <a:ext uri="{FF2B5EF4-FFF2-40B4-BE49-F238E27FC236}">
                <a16:creationId xmlns:a16="http://schemas.microsoft.com/office/drawing/2014/main" id="{0D3515C1-B6E0-42CF-9BC5-E5A334ADA701}"/>
              </a:ext>
            </a:extLst>
          </p:cNvPr>
          <p:cNvSpPr>
            <a:spLocks noGrp="1"/>
          </p:cNvSpPr>
          <p:nvPr/>
        </p:nvSpPr>
        <p:spPr>
          <a:xfrm>
            <a:off x="3762375" y="9896475"/>
            <a:ext cx="2143125" cy="571500"/>
          </a:xfrm>
          <a:prstGeom prst="rect">
            <a:avLst/>
          </a:prstGeom>
          <a:noFill/>
          <a:ln w="0">
            <a:noFill/>
          </a:ln>
        </p:spPr>
        <p:txBody>
          <a:bodyPr wrap="none" lIns="0" tIns="0" rIns="0" bIns="0" anchor="ctr">
            <a:noAutofit/>
          </a:bodyPr>
          <a:lstStyle>
            <a:defPPr algn="ctr">
              <a:defRPr sz="2325" b="0">
                <a:solidFill>
                  <a:srgbClr val="222222"/>
                </a:solidFill>
                <a:latin typeface="Noto Sans CJK SC"/>
                <a:ea typeface="Noto Sans CJK SC"/>
                <a:cs typeface="Noto Sans CJK SC"/>
              </a:defRPr>
            </a:defPPr>
            <a:lvl1pPr algn="ctr">
              <a:defRPr sz="2325" b="0">
                <a:solidFill>
                  <a:srgbClr val="222222"/>
                </a:solidFill>
                <a:latin typeface="Noto Sans CJK SC"/>
                <a:ea typeface="Noto Sans CJK SC"/>
                <a:cs typeface="Noto Sans CJK SC"/>
              </a:defRPr>
            </a:lvl1pPr>
            <a:lvl2pPr algn="ctr">
              <a:defRPr sz="2325" b="0">
                <a:solidFill>
                  <a:srgbClr val="222222"/>
                </a:solidFill>
                <a:latin typeface="Noto Sans CJK SC"/>
                <a:ea typeface="Noto Sans CJK SC"/>
                <a:cs typeface="Noto Sans CJK SC"/>
              </a:defRPr>
            </a:lvl2pPr>
            <a:lvl3pPr algn="ctr">
              <a:defRPr sz="2325" b="0">
                <a:solidFill>
                  <a:srgbClr val="222222"/>
                </a:solidFill>
                <a:latin typeface="Noto Sans CJK SC"/>
                <a:ea typeface="Noto Sans CJK SC"/>
                <a:cs typeface="Noto Sans CJK SC"/>
              </a:defRPr>
            </a:lvl3pPr>
            <a:lvl4pPr algn="ctr">
              <a:defRPr sz="2325" b="0">
                <a:solidFill>
                  <a:srgbClr val="222222"/>
                </a:solidFill>
                <a:latin typeface="Noto Sans CJK SC"/>
                <a:ea typeface="Noto Sans CJK SC"/>
                <a:cs typeface="Noto Sans CJK SC"/>
              </a:defRPr>
            </a:lvl4pPr>
            <a:lvl5pPr algn="ctr">
              <a:defRPr sz="2325" b="0">
                <a:solidFill>
                  <a:srgbClr val="222222"/>
                </a:solidFill>
                <a:latin typeface="Noto Sans CJK SC"/>
                <a:ea typeface="Noto Sans CJK SC"/>
                <a:cs typeface="Noto Sans CJK SC"/>
              </a:defRPr>
            </a:lvl5pPr>
            <a:lvl6pPr algn="ctr">
              <a:defRPr sz="2325" b="0">
                <a:solidFill>
                  <a:srgbClr val="222222"/>
                </a:solidFill>
                <a:latin typeface="Noto Sans CJK SC"/>
                <a:ea typeface="Noto Sans CJK SC"/>
                <a:cs typeface="Noto Sans CJK SC"/>
              </a:defRPr>
            </a:lvl6pPr>
            <a:lvl7pPr algn="ctr">
              <a:defRPr sz="2325" b="0">
                <a:solidFill>
                  <a:srgbClr val="222222"/>
                </a:solidFill>
                <a:latin typeface="Noto Sans CJK SC"/>
                <a:ea typeface="Noto Sans CJK SC"/>
                <a:cs typeface="Noto Sans CJK SC"/>
              </a:defRPr>
            </a:lvl7pPr>
            <a:lvl8pPr algn="ctr">
              <a:defRPr sz="2325" b="0">
                <a:solidFill>
                  <a:srgbClr val="222222"/>
                </a:solidFill>
                <a:latin typeface="Noto Sans CJK SC"/>
                <a:ea typeface="Noto Sans CJK SC"/>
                <a:cs typeface="Noto Sans CJK SC"/>
              </a:defRPr>
            </a:lvl8pPr>
            <a:lvl9pPr algn="ctr">
              <a:defRPr sz="2325" b="0">
                <a:solidFill>
                  <a:srgbClr val="222222"/>
                </a:solidFill>
                <a:latin typeface="Noto Sans CJK SC"/>
                <a:ea typeface="Noto Sans CJK SC"/>
                <a:cs typeface="Noto Sans CJK SC"/>
              </a:defRPr>
            </a:lvl9pPr>
          </a:lstStyle>
          <a:p>
            <a:pPr algn="ctr">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合法读写 B</a:t>
            </a:r>
          </a:p>
        </p:txBody>
      </p:sp>
      <p:sp>
        <p:nvSpPr>
          <p:cNvPr id="62" name="continuation-control">
            <a:extLst>
              <a:ext uri="{FF2B5EF4-FFF2-40B4-BE49-F238E27FC236}">
                <a16:creationId xmlns:a16="http://schemas.microsoft.com/office/drawing/2014/main" id="{419E0909-63B0-4E4D-ADDF-BF198B7317C8}"/>
              </a:ext>
            </a:extLst>
          </p:cNvPr>
          <p:cNvSpPr>
            <a:spLocks noGrp="1"/>
          </p:cNvSpPr>
          <p:nvPr/>
        </p:nvSpPr>
        <p:spPr>
          <a:xfrm>
            <a:off x="6524625" y="7896225"/>
            <a:ext cx="4552950" cy="352425"/>
          </a:xfrm>
          <a:prstGeom prst="rect">
            <a:avLst/>
          </a:prstGeom>
          <a:noFill/>
          <a:ln w="0">
            <a:noFill/>
          </a:ln>
        </p:spPr>
        <p:txBody>
          <a:bodyPr wrap="none" lIns="0" tIns="0" rIns="0" bIns="0" anchor="ctr">
            <a:noAutofit/>
          </a:bodyPr>
          <a:lstStyle>
            <a:defPPr algn="ctr">
              <a:defRPr sz="2100" b="0">
                <a:solidFill>
                  <a:srgbClr val="64686C"/>
                </a:solidFill>
                <a:latin typeface="Noto Sans CJK SC"/>
                <a:ea typeface="Noto Sans CJK SC"/>
                <a:cs typeface="Noto Sans CJK SC"/>
              </a:defRPr>
            </a:defPPr>
            <a:lvl1pPr algn="ctr">
              <a:defRPr sz="2100" b="0">
                <a:solidFill>
                  <a:srgbClr val="64686C"/>
                </a:solidFill>
                <a:latin typeface="Noto Sans CJK SC"/>
                <a:ea typeface="Noto Sans CJK SC"/>
                <a:cs typeface="Noto Sans CJK SC"/>
              </a:defRPr>
            </a:lvl1pPr>
            <a:lvl2pPr algn="ctr">
              <a:defRPr sz="2100" b="0">
                <a:solidFill>
                  <a:srgbClr val="64686C"/>
                </a:solidFill>
                <a:latin typeface="Noto Sans CJK SC"/>
                <a:ea typeface="Noto Sans CJK SC"/>
                <a:cs typeface="Noto Sans CJK SC"/>
              </a:defRPr>
            </a:lvl2pPr>
            <a:lvl3pPr algn="ctr">
              <a:defRPr sz="2100" b="0">
                <a:solidFill>
                  <a:srgbClr val="64686C"/>
                </a:solidFill>
                <a:latin typeface="Noto Sans CJK SC"/>
                <a:ea typeface="Noto Sans CJK SC"/>
                <a:cs typeface="Noto Sans CJK SC"/>
              </a:defRPr>
            </a:lvl3pPr>
            <a:lvl4pPr algn="ctr">
              <a:defRPr sz="2100" b="0">
                <a:solidFill>
                  <a:srgbClr val="64686C"/>
                </a:solidFill>
                <a:latin typeface="Noto Sans CJK SC"/>
                <a:ea typeface="Noto Sans CJK SC"/>
                <a:cs typeface="Noto Sans CJK SC"/>
              </a:defRPr>
            </a:lvl4pPr>
            <a:lvl5pPr algn="ctr">
              <a:defRPr sz="2100" b="0">
                <a:solidFill>
                  <a:srgbClr val="64686C"/>
                </a:solidFill>
                <a:latin typeface="Noto Sans CJK SC"/>
                <a:ea typeface="Noto Sans CJK SC"/>
                <a:cs typeface="Noto Sans CJK SC"/>
              </a:defRPr>
            </a:lvl5pPr>
            <a:lvl6pPr algn="ctr">
              <a:defRPr sz="2100" b="0">
                <a:solidFill>
                  <a:srgbClr val="64686C"/>
                </a:solidFill>
                <a:latin typeface="Noto Sans CJK SC"/>
                <a:ea typeface="Noto Sans CJK SC"/>
                <a:cs typeface="Noto Sans CJK SC"/>
              </a:defRPr>
            </a:lvl6pPr>
            <a:lvl7pPr algn="ctr">
              <a:defRPr sz="2100" b="0">
                <a:solidFill>
                  <a:srgbClr val="64686C"/>
                </a:solidFill>
                <a:latin typeface="Noto Sans CJK SC"/>
                <a:ea typeface="Noto Sans CJK SC"/>
                <a:cs typeface="Noto Sans CJK SC"/>
              </a:defRPr>
            </a:lvl7pPr>
            <a:lvl8pPr algn="ctr">
              <a:defRPr sz="2100" b="0">
                <a:solidFill>
                  <a:srgbClr val="64686C"/>
                </a:solidFill>
                <a:latin typeface="Noto Sans CJK SC"/>
                <a:ea typeface="Noto Sans CJK SC"/>
                <a:cs typeface="Noto Sans CJK SC"/>
              </a:defRPr>
            </a:lvl8pPr>
            <a:lvl9pPr algn="ctr">
              <a:defRPr sz="2100" b="0">
                <a:solidFill>
                  <a:srgbClr val="64686C"/>
                </a:solidFill>
                <a:latin typeface="Noto Sans CJK SC"/>
                <a:ea typeface="Noto Sans CJK SC"/>
                <a:cs typeface="Noto Sans CJK SC"/>
              </a:defRPr>
            </a:lvl9pPr>
          </a:lstStyle>
          <a:p>
            <a:pPr algn="ctr">
              <a:defRPr sz="2100" b="0">
                <a:solidFill>
                  <a:srgbClr val="64686C"/>
                </a:solidFill>
                <a:latin typeface="Noto Sans CJK SC"/>
                <a:ea typeface="Noto Sans CJK SC"/>
                <a:cs typeface="Noto Sans CJK SC"/>
              </a:defRPr>
            </a:pPr>
            <a:r>
              <a:rPr sz="2100" b="0">
                <a:solidFill>
                  <a:srgbClr val="64686C"/>
                </a:solidFill>
                <a:latin typeface="Noto Sans CJK SC"/>
                <a:ea typeface="Noto Sans CJK SC"/>
                <a:cs typeface="Noto Sans CJK SC"/>
              </a:rPr>
              <a:t>固定后续策略参数，重复续跑</a:t>
            </a:r>
          </a:p>
        </p:txBody>
      </p:sp>
      <p:cxnSp>
        <p:nvCxnSpPr>
          <p:cNvPr id="63" name="candidate-a-to-rollout">
            <a:extLst>
              <a:ext uri="{FF2B5EF4-FFF2-40B4-BE49-F238E27FC236}">
                <a16:creationId xmlns:a16="http://schemas.microsoft.com/office/drawing/2014/main" id="{F5B210B7-F4E5-4D7B-BE09-914F0A14183D}"/>
              </a:ext>
            </a:extLst>
          </p:cNvPr>
          <p:cNvCxnSpPr/>
          <p:nvPr/>
        </p:nvCxnSpPr>
        <p:spPr>
          <a:xfrm flipH="0" flipV="0">
            <a:off x="6000750" y="8639175"/>
            <a:ext cx="752475" cy="0"/>
          </a:xfrm>
          <a:prstGeom prst="straightConnector1">
            <a:avLst/>
          </a:prstGeom>
          <a:ln w="20955">
            <a:solidFill>
              <a:srgbClr val="64686C"/>
            </a:solidFill>
            <a:prstDash val="solid"/>
            <a:tailEnd type="triangle" w="med" len="med"/>
          </a:ln>
        </p:spPr>
      </p:cxnSp>
      <p:cxnSp>
        <p:nvCxnSpPr>
          <p:cNvPr id="64" name="candidate-b-to-rollout">
            <a:extLst>
              <a:ext uri="{FF2B5EF4-FFF2-40B4-BE49-F238E27FC236}">
                <a16:creationId xmlns:a16="http://schemas.microsoft.com/office/drawing/2014/main" id="{5001BA02-2891-4D59-913B-D953B7DDB28A}"/>
              </a:ext>
            </a:extLst>
          </p:cNvPr>
          <p:cNvCxnSpPr/>
          <p:nvPr/>
        </p:nvCxnSpPr>
        <p:spPr>
          <a:xfrm flipH="0" flipV="0">
            <a:off x="6000750" y="10182225"/>
            <a:ext cx="752475" cy="0"/>
          </a:xfrm>
          <a:prstGeom prst="straightConnector1">
            <a:avLst/>
          </a:prstGeom>
          <a:ln w="20955">
            <a:solidFill>
              <a:srgbClr val="64686C"/>
            </a:solidFill>
            <a:prstDash val="solid"/>
            <a:tailEnd type="triangle" w="med" len="med"/>
          </a:ln>
        </p:spPr>
      </p:cxnSp>
      <p:sp>
        <p:nvSpPr>
          <p:cNvPr id="65" name="rollout-a">
            <a:extLst>
              <a:ext uri="{FF2B5EF4-FFF2-40B4-BE49-F238E27FC236}">
                <a16:creationId xmlns:a16="http://schemas.microsoft.com/office/drawing/2014/main" id="{68098D57-9D1B-4CAE-A666-FEA5FD8ED1E6}"/>
              </a:ext>
            </a:extLst>
          </p:cNvPr>
          <p:cNvSpPr>
            <a:spLocks noGrp="1"/>
          </p:cNvSpPr>
          <p:nvPr/>
        </p:nvSpPr>
        <p:spPr>
          <a:xfrm>
            <a:off x="6753225" y="8296275"/>
            <a:ext cx="3162300" cy="685800"/>
          </a:xfrm>
          <a:prstGeom prst="rect">
            <a:avLst/>
          </a:prstGeom>
          <a:solidFill>
            <a:srgbClr val="EAF1F6"/>
          </a:solidFill>
          <a:ln w="17145">
            <a:solidFill>
              <a:srgbClr val="315E80"/>
            </a:solidFill>
            <a:prstDash val="solid"/>
          </a:ln>
        </p:spPr>
      </p:sp>
      <p:sp>
        <p:nvSpPr>
          <p:cNvPr id="66" name="rollout-a-text">
            <a:extLst>
              <a:ext uri="{FF2B5EF4-FFF2-40B4-BE49-F238E27FC236}">
                <a16:creationId xmlns:a16="http://schemas.microsoft.com/office/drawing/2014/main" id="{B3FEF199-360F-4C15-AD31-44FED73361D7}"/>
              </a:ext>
            </a:extLst>
          </p:cNvPr>
          <p:cNvSpPr>
            <a:spLocks noGrp="1"/>
          </p:cNvSpPr>
          <p:nvPr/>
        </p:nvSpPr>
        <p:spPr>
          <a:xfrm>
            <a:off x="6848475" y="8353425"/>
            <a:ext cx="2971800" cy="57150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后续子任务与动作</a:t>
            </a:r>
          </a:p>
        </p:txBody>
      </p:sp>
      <p:sp>
        <p:nvSpPr>
          <p:cNvPr id="67" name="rollout-b">
            <a:extLst>
              <a:ext uri="{FF2B5EF4-FFF2-40B4-BE49-F238E27FC236}">
                <a16:creationId xmlns:a16="http://schemas.microsoft.com/office/drawing/2014/main" id="{09A92EFA-B150-46DE-895C-B49737D53691}"/>
              </a:ext>
            </a:extLst>
          </p:cNvPr>
          <p:cNvSpPr>
            <a:spLocks noGrp="1"/>
          </p:cNvSpPr>
          <p:nvPr/>
        </p:nvSpPr>
        <p:spPr>
          <a:xfrm>
            <a:off x="6753225" y="9839325"/>
            <a:ext cx="3162300" cy="685800"/>
          </a:xfrm>
          <a:prstGeom prst="rect">
            <a:avLst/>
          </a:prstGeom>
          <a:solidFill>
            <a:srgbClr val="EAF1F6"/>
          </a:solidFill>
          <a:ln w="17145">
            <a:solidFill>
              <a:srgbClr val="315E80"/>
            </a:solidFill>
            <a:prstDash val="solid"/>
          </a:ln>
        </p:spPr>
      </p:sp>
      <p:sp>
        <p:nvSpPr>
          <p:cNvPr id="68" name="rollout-b-text">
            <a:extLst>
              <a:ext uri="{FF2B5EF4-FFF2-40B4-BE49-F238E27FC236}">
                <a16:creationId xmlns:a16="http://schemas.microsoft.com/office/drawing/2014/main" id="{310E5C0F-4774-4475-8725-6CCA8D8E1335}"/>
              </a:ext>
            </a:extLst>
          </p:cNvPr>
          <p:cNvSpPr>
            <a:spLocks noGrp="1"/>
          </p:cNvSpPr>
          <p:nvPr/>
        </p:nvSpPr>
        <p:spPr>
          <a:xfrm>
            <a:off x="6848475" y="9896475"/>
            <a:ext cx="2971800" cy="57150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后续子任务与动作</a:t>
            </a:r>
          </a:p>
        </p:txBody>
      </p:sp>
      <p:cxnSp>
        <p:nvCxnSpPr>
          <p:cNvPr id="69" name="rollout-a-to-return">
            <a:extLst>
              <a:ext uri="{FF2B5EF4-FFF2-40B4-BE49-F238E27FC236}">
                <a16:creationId xmlns:a16="http://schemas.microsoft.com/office/drawing/2014/main" id="{EE68365C-A70A-4C89-82A1-1242E132E327}"/>
              </a:ext>
            </a:extLst>
          </p:cNvPr>
          <p:cNvCxnSpPr/>
          <p:nvPr/>
        </p:nvCxnSpPr>
        <p:spPr>
          <a:xfrm flipH="0" flipV="0">
            <a:off x="9915525" y="8639175"/>
            <a:ext cx="571500" cy="0"/>
          </a:xfrm>
          <a:prstGeom prst="straightConnector1">
            <a:avLst/>
          </a:prstGeom>
          <a:ln w="20955">
            <a:solidFill>
              <a:srgbClr val="64686C"/>
            </a:solidFill>
            <a:prstDash val="solid"/>
            <a:tailEnd type="triangle" w="med" len="med"/>
          </a:ln>
        </p:spPr>
      </p:cxnSp>
      <p:cxnSp>
        <p:nvCxnSpPr>
          <p:cNvPr id="70" name="rollout-b-to-return">
            <a:extLst>
              <a:ext uri="{FF2B5EF4-FFF2-40B4-BE49-F238E27FC236}">
                <a16:creationId xmlns:a16="http://schemas.microsoft.com/office/drawing/2014/main" id="{554766C9-4514-4C25-9FB8-A08E5B1C18BF}"/>
              </a:ext>
            </a:extLst>
          </p:cNvPr>
          <p:cNvCxnSpPr/>
          <p:nvPr/>
        </p:nvCxnSpPr>
        <p:spPr>
          <a:xfrm flipH="0" flipV="0">
            <a:off x="9915525" y="10182225"/>
            <a:ext cx="571500" cy="0"/>
          </a:xfrm>
          <a:prstGeom prst="straightConnector1">
            <a:avLst/>
          </a:prstGeom>
          <a:ln w="20955">
            <a:solidFill>
              <a:srgbClr val="64686C"/>
            </a:solidFill>
            <a:prstDash val="solid"/>
            <a:tailEnd type="triangle" w="med" len="med"/>
          </a:ln>
        </p:spPr>
      </p:cxnSp>
      <p:sp>
        <p:nvSpPr>
          <p:cNvPr id="71" name="return-a">
            <a:extLst>
              <a:ext uri="{FF2B5EF4-FFF2-40B4-BE49-F238E27FC236}">
                <a16:creationId xmlns:a16="http://schemas.microsoft.com/office/drawing/2014/main" id="{5ABFE2B3-5626-487D-B356-1C99B8BBF0C3}"/>
              </a:ext>
            </a:extLst>
          </p:cNvPr>
          <p:cNvSpPr>
            <a:spLocks noGrp="1"/>
          </p:cNvSpPr>
          <p:nvPr/>
        </p:nvSpPr>
        <p:spPr>
          <a:xfrm>
            <a:off x="10534650" y="8410575"/>
            <a:ext cx="1295400" cy="457200"/>
          </a:xfrm>
          <a:prstGeom prst="rect">
            <a:avLst/>
          </a:prstGeom>
          <a:noFill/>
          <a:ln w="0">
            <a:noFill/>
          </a:ln>
        </p:spPr>
        <p:txBody>
          <a:bodyPr wrap="none" lIns="0" tIns="0" rIns="0" bIns="0" anchor="ctr">
            <a:noAutofit/>
          </a:bodyPr>
          <a:lstStyle>
            <a:defPPr algn="ctr">
              <a:defRPr sz="2325" b="0">
                <a:solidFill>
                  <a:srgbClr val="222222"/>
                </a:solidFill>
                <a:latin typeface="Noto Sans CJK SC"/>
                <a:ea typeface="Noto Sans CJK SC"/>
                <a:cs typeface="Noto Sans CJK SC"/>
              </a:defRPr>
            </a:defPPr>
            <a:lvl1pPr algn="ctr">
              <a:defRPr sz="2325" b="0">
                <a:solidFill>
                  <a:srgbClr val="222222"/>
                </a:solidFill>
                <a:latin typeface="Noto Sans CJK SC"/>
                <a:ea typeface="Noto Sans CJK SC"/>
                <a:cs typeface="Noto Sans CJK SC"/>
              </a:defRPr>
            </a:lvl1pPr>
            <a:lvl2pPr algn="ctr">
              <a:defRPr sz="2325" b="0">
                <a:solidFill>
                  <a:srgbClr val="222222"/>
                </a:solidFill>
                <a:latin typeface="Noto Sans CJK SC"/>
                <a:ea typeface="Noto Sans CJK SC"/>
                <a:cs typeface="Noto Sans CJK SC"/>
              </a:defRPr>
            </a:lvl2pPr>
            <a:lvl3pPr algn="ctr">
              <a:defRPr sz="2325" b="0">
                <a:solidFill>
                  <a:srgbClr val="222222"/>
                </a:solidFill>
                <a:latin typeface="Noto Sans CJK SC"/>
                <a:ea typeface="Noto Sans CJK SC"/>
                <a:cs typeface="Noto Sans CJK SC"/>
              </a:defRPr>
            </a:lvl3pPr>
            <a:lvl4pPr algn="ctr">
              <a:defRPr sz="2325" b="0">
                <a:solidFill>
                  <a:srgbClr val="222222"/>
                </a:solidFill>
                <a:latin typeface="Noto Sans CJK SC"/>
                <a:ea typeface="Noto Sans CJK SC"/>
                <a:cs typeface="Noto Sans CJK SC"/>
              </a:defRPr>
            </a:lvl4pPr>
            <a:lvl5pPr algn="ctr">
              <a:defRPr sz="2325" b="0">
                <a:solidFill>
                  <a:srgbClr val="222222"/>
                </a:solidFill>
                <a:latin typeface="Noto Sans CJK SC"/>
                <a:ea typeface="Noto Sans CJK SC"/>
                <a:cs typeface="Noto Sans CJK SC"/>
              </a:defRPr>
            </a:lvl5pPr>
            <a:lvl6pPr algn="ctr">
              <a:defRPr sz="2325" b="0">
                <a:solidFill>
                  <a:srgbClr val="222222"/>
                </a:solidFill>
                <a:latin typeface="Noto Sans CJK SC"/>
                <a:ea typeface="Noto Sans CJK SC"/>
                <a:cs typeface="Noto Sans CJK SC"/>
              </a:defRPr>
            </a:lvl6pPr>
            <a:lvl7pPr algn="ctr">
              <a:defRPr sz="2325" b="0">
                <a:solidFill>
                  <a:srgbClr val="222222"/>
                </a:solidFill>
                <a:latin typeface="Noto Sans CJK SC"/>
                <a:ea typeface="Noto Sans CJK SC"/>
                <a:cs typeface="Noto Sans CJK SC"/>
              </a:defRPr>
            </a:lvl7pPr>
            <a:lvl8pPr algn="ctr">
              <a:defRPr sz="2325" b="0">
                <a:solidFill>
                  <a:srgbClr val="222222"/>
                </a:solidFill>
                <a:latin typeface="Noto Sans CJK SC"/>
                <a:ea typeface="Noto Sans CJK SC"/>
                <a:cs typeface="Noto Sans CJK SC"/>
              </a:defRPr>
            </a:lvl8pPr>
            <a:lvl9pPr algn="ctr">
              <a:defRPr sz="2325" b="0">
                <a:solidFill>
                  <a:srgbClr val="222222"/>
                </a:solidFill>
                <a:latin typeface="Noto Sans CJK SC"/>
                <a:ea typeface="Noto Sans CJK SC"/>
                <a:cs typeface="Noto Sans CJK SC"/>
              </a:defRPr>
            </a:lvl9pPr>
          </a:lstStyle>
          <a:p>
            <a:pPr algn="ctr">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回报 A</a:t>
            </a:r>
          </a:p>
        </p:txBody>
      </p:sp>
      <p:sp>
        <p:nvSpPr>
          <p:cNvPr id="72" name="return-b">
            <a:extLst>
              <a:ext uri="{FF2B5EF4-FFF2-40B4-BE49-F238E27FC236}">
                <a16:creationId xmlns:a16="http://schemas.microsoft.com/office/drawing/2014/main" id="{5443698A-556A-4AEE-BAAE-3AFCC306DD61}"/>
              </a:ext>
            </a:extLst>
          </p:cNvPr>
          <p:cNvSpPr>
            <a:spLocks noGrp="1"/>
          </p:cNvSpPr>
          <p:nvPr/>
        </p:nvSpPr>
        <p:spPr>
          <a:xfrm>
            <a:off x="10534650" y="9953625"/>
            <a:ext cx="1295400" cy="457200"/>
          </a:xfrm>
          <a:prstGeom prst="rect">
            <a:avLst/>
          </a:prstGeom>
          <a:noFill/>
          <a:ln w="0">
            <a:noFill/>
          </a:ln>
        </p:spPr>
        <p:txBody>
          <a:bodyPr wrap="none" lIns="0" tIns="0" rIns="0" bIns="0" anchor="ctr">
            <a:noAutofit/>
          </a:bodyPr>
          <a:lstStyle>
            <a:defPPr algn="ctr">
              <a:defRPr sz="2325" b="0">
                <a:solidFill>
                  <a:srgbClr val="222222"/>
                </a:solidFill>
                <a:latin typeface="Noto Sans CJK SC"/>
                <a:ea typeface="Noto Sans CJK SC"/>
                <a:cs typeface="Noto Sans CJK SC"/>
              </a:defRPr>
            </a:defPPr>
            <a:lvl1pPr algn="ctr">
              <a:defRPr sz="2325" b="0">
                <a:solidFill>
                  <a:srgbClr val="222222"/>
                </a:solidFill>
                <a:latin typeface="Noto Sans CJK SC"/>
                <a:ea typeface="Noto Sans CJK SC"/>
                <a:cs typeface="Noto Sans CJK SC"/>
              </a:defRPr>
            </a:lvl1pPr>
            <a:lvl2pPr algn="ctr">
              <a:defRPr sz="2325" b="0">
                <a:solidFill>
                  <a:srgbClr val="222222"/>
                </a:solidFill>
                <a:latin typeface="Noto Sans CJK SC"/>
                <a:ea typeface="Noto Sans CJK SC"/>
                <a:cs typeface="Noto Sans CJK SC"/>
              </a:defRPr>
            </a:lvl2pPr>
            <a:lvl3pPr algn="ctr">
              <a:defRPr sz="2325" b="0">
                <a:solidFill>
                  <a:srgbClr val="222222"/>
                </a:solidFill>
                <a:latin typeface="Noto Sans CJK SC"/>
                <a:ea typeface="Noto Sans CJK SC"/>
                <a:cs typeface="Noto Sans CJK SC"/>
              </a:defRPr>
            </a:lvl3pPr>
            <a:lvl4pPr algn="ctr">
              <a:defRPr sz="2325" b="0">
                <a:solidFill>
                  <a:srgbClr val="222222"/>
                </a:solidFill>
                <a:latin typeface="Noto Sans CJK SC"/>
                <a:ea typeface="Noto Sans CJK SC"/>
                <a:cs typeface="Noto Sans CJK SC"/>
              </a:defRPr>
            </a:lvl4pPr>
            <a:lvl5pPr algn="ctr">
              <a:defRPr sz="2325" b="0">
                <a:solidFill>
                  <a:srgbClr val="222222"/>
                </a:solidFill>
                <a:latin typeface="Noto Sans CJK SC"/>
                <a:ea typeface="Noto Sans CJK SC"/>
                <a:cs typeface="Noto Sans CJK SC"/>
              </a:defRPr>
            </a:lvl5pPr>
            <a:lvl6pPr algn="ctr">
              <a:defRPr sz="2325" b="0">
                <a:solidFill>
                  <a:srgbClr val="222222"/>
                </a:solidFill>
                <a:latin typeface="Noto Sans CJK SC"/>
                <a:ea typeface="Noto Sans CJK SC"/>
                <a:cs typeface="Noto Sans CJK SC"/>
              </a:defRPr>
            </a:lvl6pPr>
            <a:lvl7pPr algn="ctr">
              <a:defRPr sz="2325" b="0">
                <a:solidFill>
                  <a:srgbClr val="222222"/>
                </a:solidFill>
                <a:latin typeface="Noto Sans CJK SC"/>
                <a:ea typeface="Noto Sans CJK SC"/>
                <a:cs typeface="Noto Sans CJK SC"/>
              </a:defRPr>
            </a:lvl7pPr>
            <a:lvl8pPr algn="ctr">
              <a:defRPr sz="2325" b="0">
                <a:solidFill>
                  <a:srgbClr val="222222"/>
                </a:solidFill>
                <a:latin typeface="Noto Sans CJK SC"/>
                <a:ea typeface="Noto Sans CJK SC"/>
                <a:cs typeface="Noto Sans CJK SC"/>
              </a:defRPr>
            </a:lvl8pPr>
            <a:lvl9pPr algn="ctr">
              <a:defRPr sz="2325" b="0">
                <a:solidFill>
                  <a:srgbClr val="222222"/>
                </a:solidFill>
                <a:latin typeface="Noto Sans CJK SC"/>
                <a:ea typeface="Noto Sans CJK SC"/>
                <a:cs typeface="Noto Sans CJK SC"/>
              </a:defRPr>
            </a:lvl9pPr>
          </a:lstStyle>
          <a:p>
            <a:pPr algn="ctr">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回报 B</a:t>
            </a:r>
          </a:p>
        </p:txBody>
      </p:sp>
      <p:cxnSp>
        <p:nvCxnSpPr>
          <p:cNvPr id="73" name="utility-merge-a">
            <a:extLst>
              <a:ext uri="{FF2B5EF4-FFF2-40B4-BE49-F238E27FC236}">
                <a16:creationId xmlns:a16="http://schemas.microsoft.com/office/drawing/2014/main" id="{9CB1B6E8-2908-4E46-8741-7AEFF1553567}"/>
              </a:ext>
            </a:extLst>
          </p:cNvPr>
          <p:cNvCxnSpPr/>
          <p:nvPr/>
        </p:nvCxnSpPr>
        <p:spPr>
          <a:xfrm flipH="0" flipV="0">
            <a:off x="11887200" y="8639175"/>
            <a:ext cx="209550" cy="0"/>
          </a:xfrm>
          <a:prstGeom prst="straightConnector1">
            <a:avLst/>
          </a:prstGeom>
          <a:ln w="20955">
            <a:solidFill>
              <a:srgbClr val="64686C"/>
            </a:solidFill>
            <a:prstDash val="solid"/>
            <a:tailEnd type="none" w="med" len="med"/>
          </a:ln>
        </p:spPr>
      </p:cxnSp>
      <p:cxnSp>
        <p:nvCxnSpPr>
          <p:cNvPr id="74" name="utility-merge-b">
            <a:extLst>
              <a:ext uri="{FF2B5EF4-FFF2-40B4-BE49-F238E27FC236}">
                <a16:creationId xmlns:a16="http://schemas.microsoft.com/office/drawing/2014/main" id="{60D35164-5961-4EB8-9301-52F7538FE870}"/>
              </a:ext>
            </a:extLst>
          </p:cNvPr>
          <p:cNvCxnSpPr/>
          <p:nvPr/>
        </p:nvCxnSpPr>
        <p:spPr>
          <a:xfrm flipH="0" flipV="0">
            <a:off x="11887200" y="10182225"/>
            <a:ext cx="209550" cy="0"/>
          </a:xfrm>
          <a:prstGeom prst="straightConnector1">
            <a:avLst/>
          </a:prstGeom>
          <a:ln w="20955">
            <a:solidFill>
              <a:srgbClr val="64686C"/>
            </a:solidFill>
            <a:prstDash val="solid"/>
            <a:tailEnd type="none" w="med" len="med"/>
          </a:ln>
        </p:spPr>
      </p:cxnSp>
      <p:cxnSp>
        <p:nvCxnSpPr>
          <p:cNvPr id="75" name="utility-merge-vertical">
            <a:extLst>
              <a:ext uri="{FF2B5EF4-FFF2-40B4-BE49-F238E27FC236}">
                <a16:creationId xmlns:a16="http://schemas.microsoft.com/office/drawing/2014/main" id="{F048959C-56D2-4D09-A41E-E95114B42C88}"/>
              </a:ext>
            </a:extLst>
          </p:cNvPr>
          <p:cNvCxnSpPr/>
          <p:nvPr/>
        </p:nvCxnSpPr>
        <p:spPr>
          <a:xfrm flipH="0" flipV="0">
            <a:off x="12096750" y="8639175"/>
            <a:ext cx="0" cy="1543050"/>
          </a:xfrm>
          <a:prstGeom prst="straightConnector1">
            <a:avLst/>
          </a:prstGeom>
          <a:ln w="20955">
            <a:solidFill>
              <a:srgbClr val="64686C"/>
            </a:solidFill>
            <a:prstDash val="solid"/>
            <a:tailEnd type="none" w="med" len="med"/>
          </a:ln>
        </p:spPr>
      </p:cxnSp>
      <p:cxnSp>
        <p:nvCxnSpPr>
          <p:cNvPr id="76" name="utility-merge-out">
            <a:extLst>
              <a:ext uri="{FF2B5EF4-FFF2-40B4-BE49-F238E27FC236}">
                <a16:creationId xmlns:a16="http://schemas.microsoft.com/office/drawing/2014/main" id="{D468DCBD-5DA0-4E58-AC4E-5F3D4F6897CB}"/>
              </a:ext>
            </a:extLst>
          </p:cNvPr>
          <p:cNvCxnSpPr/>
          <p:nvPr/>
        </p:nvCxnSpPr>
        <p:spPr>
          <a:xfrm flipH="0" flipV="0">
            <a:off x="12096750" y="9410700"/>
            <a:ext cx="381000" cy="0"/>
          </a:xfrm>
          <a:prstGeom prst="straightConnector1">
            <a:avLst/>
          </a:prstGeom>
          <a:ln w="20955">
            <a:solidFill>
              <a:srgbClr val="64686C"/>
            </a:solidFill>
            <a:prstDash val="solid"/>
            <a:tailEnd type="triangle" w="med" len="med"/>
          </a:ln>
        </p:spPr>
      </p:cxnSp>
      <p:sp>
        <p:nvSpPr>
          <p:cNvPr id="77" name="utility-output">
            <a:extLst>
              <a:ext uri="{FF2B5EF4-FFF2-40B4-BE49-F238E27FC236}">
                <a16:creationId xmlns:a16="http://schemas.microsoft.com/office/drawing/2014/main" id="{181D6180-940E-4C65-BD2D-DF732F01E08E}"/>
              </a:ext>
            </a:extLst>
          </p:cNvPr>
          <p:cNvSpPr>
            <a:spLocks noGrp="1"/>
          </p:cNvSpPr>
          <p:nvPr/>
        </p:nvSpPr>
        <p:spPr>
          <a:xfrm>
            <a:off x="12477750" y="8886825"/>
            <a:ext cx="2143125" cy="1047750"/>
          </a:xfrm>
          <a:prstGeom prst="rect">
            <a:avLst/>
          </a:prstGeom>
          <a:solidFill>
            <a:srgbClr val="FAF0E7"/>
          </a:solidFill>
          <a:ln w="17145">
            <a:solidFill>
              <a:srgbClr val="AC6A37"/>
            </a:solidFill>
            <a:prstDash val="solid"/>
          </a:ln>
        </p:spPr>
      </p:sp>
      <p:sp>
        <p:nvSpPr>
          <p:cNvPr id="78" name="utility-output-text">
            <a:extLst>
              <a:ext uri="{FF2B5EF4-FFF2-40B4-BE49-F238E27FC236}">
                <a16:creationId xmlns:a16="http://schemas.microsoft.com/office/drawing/2014/main" id="{602ACDE3-8272-4583-AF2B-A5234201186F}"/>
              </a:ext>
            </a:extLst>
          </p:cNvPr>
          <p:cNvSpPr>
            <a:spLocks noGrp="1"/>
          </p:cNvSpPr>
          <p:nvPr/>
        </p:nvSpPr>
        <p:spPr>
          <a:xfrm>
            <a:off x="12573000" y="8943975"/>
            <a:ext cx="1952625" cy="93345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比较读写效用</a:t>
            </a:r>
          </a:p>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筛选可靠偏好</a:t>
            </a:r>
          </a:p>
        </p:txBody>
      </p:sp>
      <p:cxnSp>
        <p:nvCxnSpPr>
          <p:cNvPr id="79" name="training-signal-right">
            <a:extLst>
              <a:ext uri="{FF2B5EF4-FFF2-40B4-BE49-F238E27FC236}">
                <a16:creationId xmlns:a16="http://schemas.microsoft.com/office/drawing/2014/main" id="{D56638FE-1D5E-47BF-A678-7A6069DABB41}"/>
              </a:ext>
            </a:extLst>
          </p:cNvPr>
          <p:cNvCxnSpPr/>
          <p:nvPr/>
        </p:nvCxnSpPr>
        <p:spPr>
          <a:xfrm flipH="0" flipV="0">
            <a:off x="14620875" y="9410700"/>
            <a:ext cx="381000" cy="0"/>
          </a:xfrm>
          <a:prstGeom prst="straightConnector1">
            <a:avLst/>
          </a:prstGeom>
          <a:ln w="20955">
            <a:solidFill>
              <a:srgbClr val="AC6A37"/>
            </a:solidFill>
            <a:prstDash val="solid"/>
            <a:tailEnd type="none" w="med" len="med"/>
          </a:ln>
        </p:spPr>
      </p:cxnSp>
      <p:cxnSp>
        <p:nvCxnSpPr>
          <p:cNvPr id="80" name="training-signal-up">
            <a:extLst>
              <a:ext uri="{FF2B5EF4-FFF2-40B4-BE49-F238E27FC236}">
                <a16:creationId xmlns:a16="http://schemas.microsoft.com/office/drawing/2014/main" id="{D559203E-3F31-4ADB-9F0F-A64238036BBD}"/>
              </a:ext>
            </a:extLst>
          </p:cNvPr>
          <p:cNvCxnSpPr/>
          <p:nvPr/>
        </p:nvCxnSpPr>
        <p:spPr>
          <a:xfrm flipH="0" flipV="1">
            <a:off x="15001875" y="6486525"/>
            <a:ext cx="0" cy="2924175"/>
          </a:xfrm>
          <a:prstGeom prst="straightConnector1">
            <a:avLst/>
          </a:prstGeom>
          <a:ln w="20955">
            <a:solidFill>
              <a:srgbClr val="AC6A37"/>
            </a:solidFill>
            <a:prstDash val="solid"/>
            <a:tailEnd type="none" w="med" len="med"/>
          </a:ln>
        </p:spPr>
      </p:cxnSp>
      <p:cxnSp>
        <p:nvCxnSpPr>
          <p:cNvPr id="81" name="training-signal-left">
            <a:extLst>
              <a:ext uri="{FF2B5EF4-FFF2-40B4-BE49-F238E27FC236}">
                <a16:creationId xmlns:a16="http://schemas.microsoft.com/office/drawing/2014/main" id="{25C20963-97E0-44B3-B7B4-39A8CB8475CB}"/>
              </a:ext>
            </a:extLst>
          </p:cNvPr>
          <p:cNvCxnSpPr/>
          <p:nvPr/>
        </p:nvCxnSpPr>
        <p:spPr>
          <a:xfrm flipH="1" flipV="0">
            <a:off x="6019800" y="6486525"/>
            <a:ext cx="8982075" cy="0"/>
          </a:xfrm>
          <a:prstGeom prst="straightConnector1">
            <a:avLst/>
          </a:prstGeom>
          <a:ln w="20955">
            <a:solidFill>
              <a:srgbClr val="AC6A37"/>
            </a:solidFill>
            <a:prstDash val="solid"/>
            <a:tailEnd type="none" w="med" len="med"/>
          </a:ln>
        </p:spPr>
      </p:cxnSp>
      <p:cxnSp>
        <p:nvCxnSpPr>
          <p:cNvPr id="82" name="training-signal-vlm">
            <a:extLst>
              <a:ext uri="{FF2B5EF4-FFF2-40B4-BE49-F238E27FC236}">
                <a16:creationId xmlns:a16="http://schemas.microsoft.com/office/drawing/2014/main" id="{72ED4EB6-29D5-4157-B008-D6E25FD4B494}"/>
              </a:ext>
            </a:extLst>
          </p:cNvPr>
          <p:cNvCxnSpPr/>
          <p:nvPr/>
        </p:nvCxnSpPr>
        <p:spPr>
          <a:xfrm flipH="0" flipV="1">
            <a:off x="6019800" y="5048250"/>
            <a:ext cx="0" cy="1438275"/>
          </a:xfrm>
          <a:prstGeom prst="straightConnector1">
            <a:avLst/>
          </a:prstGeom>
          <a:ln w="20955">
            <a:solidFill>
              <a:srgbClr val="AC6A37"/>
            </a:solidFill>
            <a:prstDash val="solid"/>
            <a:tailEnd type="triangle" w="med" len="med"/>
          </a:ln>
        </p:spPr>
      </p:cxnSp>
      <p:sp>
        <p:nvSpPr>
          <p:cNvPr id="83" name="feedback-label-background">
            <a:extLst>
              <a:ext uri="{FF2B5EF4-FFF2-40B4-BE49-F238E27FC236}">
                <a16:creationId xmlns:a16="http://schemas.microsoft.com/office/drawing/2014/main" id="{B174ABD9-859D-4226-9D10-BF3A85765228}"/>
              </a:ext>
            </a:extLst>
          </p:cNvPr>
          <p:cNvSpPr>
            <a:spLocks noGrp="1"/>
          </p:cNvSpPr>
          <p:nvPr/>
        </p:nvSpPr>
        <p:spPr>
          <a:xfrm>
            <a:off x="9020175" y="6286500"/>
            <a:ext cx="2867025" cy="409575"/>
          </a:xfrm>
          <a:prstGeom prst="rect">
            <a:avLst/>
          </a:prstGeom>
          <a:solidFill>
            <a:srgbClr val="FFFFFF"/>
          </a:solidFill>
          <a:ln w="0">
            <a:solidFill>
              <a:srgbClr val="FFFFFF"/>
            </a:solidFill>
            <a:prstDash val="solid"/>
          </a:ln>
        </p:spPr>
      </p:sp>
      <p:sp>
        <p:nvSpPr>
          <p:cNvPr id="84" name="training-signal-label">
            <a:extLst>
              <a:ext uri="{FF2B5EF4-FFF2-40B4-BE49-F238E27FC236}">
                <a16:creationId xmlns:a16="http://schemas.microsoft.com/office/drawing/2014/main" id="{F1FF7069-276A-464B-82F4-4822DF9EE43D}"/>
              </a:ext>
            </a:extLst>
          </p:cNvPr>
          <p:cNvSpPr>
            <a:spLocks noGrp="1"/>
          </p:cNvSpPr>
          <p:nvPr/>
        </p:nvSpPr>
        <p:spPr>
          <a:xfrm>
            <a:off x="9144000" y="6296025"/>
            <a:ext cx="2619375" cy="371475"/>
          </a:xfrm>
          <a:prstGeom prst="rect">
            <a:avLst/>
          </a:prstGeom>
          <a:noFill/>
          <a:ln w="0">
            <a:noFill/>
          </a:ln>
        </p:spPr>
        <p:txBody>
          <a:bodyPr wrap="none" lIns="0" tIns="0" rIns="0" bIns="0" anchor="ctr">
            <a:noAutofit/>
          </a:bodyPr>
          <a:lstStyle>
            <a:defPPr algn="ctr">
              <a:defRPr sz="2175" b="0">
                <a:solidFill>
                  <a:srgbClr val="AC6A37"/>
                </a:solidFill>
                <a:latin typeface="Noto Sans CJK SC"/>
                <a:ea typeface="Noto Sans CJK SC"/>
                <a:cs typeface="Noto Sans CJK SC"/>
              </a:defRPr>
            </a:defPPr>
            <a:lvl1pPr algn="ctr">
              <a:defRPr sz="2175" b="0">
                <a:solidFill>
                  <a:srgbClr val="AC6A37"/>
                </a:solidFill>
                <a:latin typeface="Noto Sans CJK SC"/>
                <a:ea typeface="Noto Sans CJK SC"/>
                <a:cs typeface="Noto Sans CJK SC"/>
              </a:defRPr>
            </a:lvl1pPr>
            <a:lvl2pPr algn="ctr">
              <a:defRPr sz="2175" b="0">
                <a:solidFill>
                  <a:srgbClr val="AC6A37"/>
                </a:solidFill>
                <a:latin typeface="Noto Sans CJK SC"/>
                <a:ea typeface="Noto Sans CJK SC"/>
                <a:cs typeface="Noto Sans CJK SC"/>
              </a:defRPr>
            </a:lvl2pPr>
            <a:lvl3pPr algn="ctr">
              <a:defRPr sz="2175" b="0">
                <a:solidFill>
                  <a:srgbClr val="AC6A37"/>
                </a:solidFill>
                <a:latin typeface="Noto Sans CJK SC"/>
                <a:ea typeface="Noto Sans CJK SC"/>
                <a:cs typeface="Noto Sans CJK SC"/>
              </a:defRPr>
            </a:lvl3pPr>
            <a:lvl4pPr algn="ctr">
              <a:defRPr sz="2175" b="0">
                <a:solidFill>
                  <a:srgbClr val="AC6A37"/>
                </a:solidFill>
                <a:latin typeface="Noto Sans CJK SC"/>
                <a:ea typeface="Noto Sans CJK SC"/>
                <a:cs typeface="Noto Sans CJK SC"/>
              </a:defRPr>
            </a:lvl4pPr>
            <a:lvl5pPr algn="ctr">
              <a:defRPr sz="2175" b="0">
                <a:solidFill>
                  <a:srgbClr val="AC6A37"/>
                </a:solidFill>
                <a:latin typeface="Noto Sans CJK SC"/>
                <a:ea typeface="Noto Sans CJK SC"/>
                <a:cs typeface="Noto Sans CJK SC"/>
              </a:defRPr>
            </a:lvl5pPr>
            <a:lvl6pPr algn="ctr">
              <a:defRPr sz="2175" b="0">
                <a:solidFill>
                  <a:srgbClr val="AC6A37"/>
                </a:solidFill>
                <a:latin typeface="Noto Sans CJK SC"/>
                <a:ea typeface="Noto Sans CJK SC"/>
                <a:cs typeface="Noto Sans CJK SC"/>
              </a:defRPr>
            </a:lvl6pPr>
            <a:lvl7pPr algn="ctr">
              <a:defRPr sz="2175" b="0">
                <a:solidFill>
                  <a:srgbClr val="AC6A37"/>
                </a:solidFill>
                <a:latin typeface="Noto Sans CJK SC"/>
                <a:ea typeface="Noto Sans CJK SC"/>
                <a:cs typeface="Noto Sans CJK SC"/>
              </a:defRPr>
            </a:lvl7pPr>
            <a:lvl8pPr algn="ctr">
              <a:defRPr sz="2175" b="0">
                <a:solidFill>
                  <a:srgbClr val="AC6A37"/>
                </a:solidFill>
                <a:latin typeface="Noto Sans CJK SC"/>
                <a:ea typeface="Noto Sans CJK SC"/>
                <a:cs typeface="Noto Sans CJK SC"/>
              </a:defRPr>
            </a:lvl8pPr>
            <a:lvl9pPr algn="ctr">
              <a:defRPr sz="2175" b="0">
                <a:solidFill>
                  <a:srgbClr val="AC6A37"/>
                </a:solidFill>
                <a:latin typeface="Noto Sans CJK SC"/>
                <a:ea typeface="Noto Sans CJK SC"/>
                <a:cs typeface="Noto Sans CJK SC"/>
              </a:defRPr>
            </a:lvl9pPr>
          </a:lstStyle>
          <a:p>
            <a:pPr algn="ctr">
              <a:defRPr sz="2175" b="0">
                <a:solidFill>
                  <a:srgbClr val="AC6A37"/>
                </a:solidFill>
                <a:latin typeface="Noto Sans CJK SC"/>
                <a:ea typeface="Noto Sans CJK SC"/>
                <a:cs typeface="Noto Sans CJK SC"/>
              </a:defRPr>
            </a:pPr>
            <a:r>
              <a:rPr sz="2175" b="0">
                <a:solidFill>
                  <a:srgbClr val="AC6A37"/>
                </a:solidFill>
                <a:latin typeface="Noto Sans CJK SC"/>
                <a:ea typeface="Noto Sans CJK SC"/>
                <a:cs typeface="Noto Sans CJK SC"/>
              </a:rPr>
              <a:t>读写辅助训练信号</a:t>
            </a:r>
          </a:p>
        </p:txBody>
      </p:sp>
      <p:sp>
        <p:nvSpPr>
          <p:cNvPr id="85" name="planned-evidence-boundary">
            <a:extLst>
              <a:ext uri="{FF2B5EF4-FFF2-40B4-BE49-F238E27FC236}">
                <a16:creationId xmlns:a16="http://schemas.microsoft.com/office/drawing/2014/main" id="{9923ADCA-9EC9-42E5-A0B6-8F8094CED239}"/>
              </a:ext>
            </a:extLst>
          </p:cNvPr>
          <p:cNvSpPr>
            <a:spLocks noGrp="1"/>
          </p:cNvSpPr>
          <p:nvPr/>
        </p:nvSpPr>
        <p:spPr>
          <a:xfrm>
            <a:off x="3667125" y="10620375"/>
            <a:ext cx="11001375" cy="276225"/>
          </a:xfrm>
          <a:prstGeom prst="rect">
            <a:avLst/>
          </a:prstGeom>
          <a:noFill/>
          <a:ln w="0">
            <a:noFill/>
          </a:ln>
        </p:spPr>
        <p:txBody>
          <a:bodyPr wrap="none" lIns="0" tIns="0" rIns="0" bIns="0" anchor="ctr">
            <a:noAutofit/>
          </a:bodyPr>
          <a:lstStyle>
            <a:defPPr algn="l">
              <a:defRPr sz="1800" b="0">
                <a:solidFill>
                  <a:srgbClr val="64686C"/>
                </a:solidFill>
                <a:latin typeface="Noto Sans CJK SC"/>
                <a:ea typeface="Noto Sans CJK SC"/>
                <a:cs typeface="Noto Sans CJK SC"/>
              </a:defRPr>
            </a:defPPr>
            <a:lvl1pPr algn="l">
              <a:defRPr sz="1800" b="0">
                <a:solidFill>
                  <a:srgbClr val="64686C"/>
                </a:solidFill>
                <a:latin typeface="Noto Sans CJK SC"/>
                <a:ea typeface="Noto Sans CJK SC"/>
                <a:cs typeface="Noto Sans CJK SC"/>
              </a:defRPr>
            </a:lvl1pPr>
            <a:lvl2pPr algn="l">
              <a:defRPr sz="1800" b="0">
                <a:solidFill>
                  <a:srgbClr val="64686C"/>
                </a:solidFill>
                <a:latin typeface="Noto Sans CJK SC"/>
                <a:ea typeface="Noto Sans CJK SC"/>
                <a:cs typeface="Noto Sans CJK SC"/>
              </a:defRPr>
            </a:lvl2pPr>
            <a:lvl3pPr algn="l">
              <a:defRPr sz="1800" b="0">
                <a:solidFill>
                  <a:srgbClr val="64686C"/>
                </a:solidFill>
                <a:latin typeface="Noto Sans CJK SC"/>
                <a:ea typeface="Noto Sans CJK SC"/>
                <a:cs typeface="Noto Sans CJK SC"/>
              </a:defRPr>
            </a:lvl3pPr>
            <a:lvl4pPr algn="l">
              <a:defRPr sz="1800" b="0">
                <a:solidFill>
                  <a:srgbClr val="64686C"/>
                </a:solidFill>
                <a:latin typeface="Noto Sans CJK SC"/>
                <a:ea typeface="Noto Sans CJK SC"/>
                <a:cs typeface="Noto Sans CJK SC"/>
              </a:defRPr>
            </a:lvl4pPr>
            <a:lvl5pPr algn="l">
              <a:defRPr sz="1800" b="0">
                <a:solidFill>
                  <a:srgbClr val="64686C"/>
                </a:solidFill>
                <a:latin typeface="Noto Sans CJK SC"/>
                <a:ea typeface="Noto Sans CJK SC"/>
                <a:cs typeface="Noto Sans CJK SC"/>
              </a:defRPr>
            </a:lvl5pPr>
            <a:lvl6pPr algn="l">
              <a:defRPr sz="1800" b="0">
                <a:solidFill>
                  <a:srgbClr val="64686C"/>
                </a:solidFill>
                <a:latin typeface="Noto Sans CJK SC"/>
                <a:ea typeface="Noto Sans CJK SC"/>
                <a:cs typeface="Noto Sans CJK SC"/>
              </a:defRPr>
            </a:lvl6pPr>
            <a:lvl7pPr algn="l">
              <a:defRPr sz="1800" b="0">
                <a:solidFill>
                  <a:srgbClr val="64686C"/>
                </a:solidFill>
                <a:latin typeface="Noto Sans CJK SC"/>
                <a:ea typeface="Noto Sans CJK SC"/>
                <a:cs typeface="Noto Sans CJK SC"/>
              </a:defRPr>
            </a:lvl7pPr>
            <a:lvl8pPr algn="l">
              <a:defRPr sz="1800" b="0">
                <a:solidFill>
                  <a:srgbClr val="64686C"/>
                </a:solidFill>
                <a:latin typeface="Noto Sans CJK SC"/>
                <a:ea typeface="Noto Sans CJK SC"/>
                <a:cs typeface="Noto Sans CJK SC"/>
              </a:defRPr>
            </a:lvl8pPr>
            <a:lvl9pPr algn="l">
              <a:defRPr sz="1800" b="0">
                <a:solidFill>
                  <a:srgbClr val="64686C"/>
                </a:solidFill>
                <a:latin typeface="Noto Sans CJK SC"/>
                <a:ea typeface="Noto Sans CJK SC"/>
                <a:cs typeface="Noto Sans CJK SC"/>
              </a:defRPr>
            </a:lvl9pPr>
          </a:lstStyle>
          <a:p>
            <a:pPr algn="l">
              <a:defRPr sz="1800" b="0">
                <a:solidFill>
                  <a:srgbClr val="64686C"/>
                </a:solidFill>
                <a:latin typeface="Noto Sans CJK SC"/>
                <a:ea typeface="Noto Sans CJK SC"/>
                <a:cs typeface="Noto Sans CJK SC"/>
              </a:defRPr>
            </a:pPr>
            <a:r>
              <a:rPr sz="1800" b="0">
                <a:solidFill>
                  <a:srgbClr val="64686C"/>
                </a:solidFill>
                <a:latin typeface="Noto Sans CJK SC"/>
                <a:ea typeface="Noto Sans CJK SC"/>
                <a:cs typeface="Noto Sans CJK SC"/>
              </a:rPr>
              <a:t>b、c 为拟研究方案；示例事实与候选分支不代表新增实验结果。</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图3.2 分阶段实验验证路线与收缩条件">
    <p:bg>
      <p:bgPr>
        <a:solidFill>
          <a:srgbClr val="FFFFFF"/>
        </a:solidFill>
        <a:effectLst/>
      </p:bgPr>
    </p:bg>
    <p:spTree>
      <p:nvGrpSpPr>
        <p:cNvPr id="1" name=""/>
        <p:cNvGrpSpPr/>
        <p:nvPr/>
      </p:nvGrpSpPr>
      <p:grpSpPr>
        <a:xfrm/>
      </p:grpSpPr>
      <p:sp>
        <p:nvSpPr>
          <p:cNvPr id="97" name="panel-a">
            <a:extLst>
              <a:ext uri="{FF2B5EF4-FFF2-40B4-BE49-F238E27FC236}">
                <a16:creationId xmlns:a16="http://schemas.microsoft.com/office/drawing/2014/main" id="{C7C7FF31-631B-4F93-86A5-A17C4A7C708B}"/>
              </a:ext>
            </a:extLst>
          </p:cNvPr>
          <p:cNvSpPr>
            <a:spLocks noGrp="1"/>
          </p:cNvSpPr>
          <p:nvPr/>
        </p:nvSpPr>
        <p:spPr>
          <a:xfrm>
            <a:off x="381000" y="70485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a</a:t>
            </a:r>
          </a:p>
        </p:txBody>
      </p:sp>
      <p:sp>
        <p:nvSpPr>
          <p:cNvPr id="2" name="title-a">
            <a:extLst>
              <a:ext uri="{FF2B5EF4-FFF2-40B4-BE49-F238E27FC236}">
                <a16:creationId xmlns:a16="http://schemas.microsoft.com/office/drawing/2014/main" id="{DBDFFA7E-A18D-4635-952A-179EB6694191}"/>
              </a:ext>
            </a:extLst>
          </p:cNvPr>
          <p:cNvSpPr>
            <a:spLocks noGrp="1"/>
          </p:cNvSpPr>
          <p:nvPr/>
        </p:nvSpPr>
        <p:spPr>
          <a:xfrm>
            <a:off x="809625" y="704850"/>
            <a:ext cx="4048125" cy="457200"/>
          </a:xfrm>
          <a:prstGeom prst="rect">
            <a:avLst/>
          </a:prstGeom>
          <a:noFill/>
          <a:ln w="0">
            <a:noFill/>
          </a:ln>
        </p:spPr>
        <p:txBody>
          <a:bodyPr wrap="none" lIns="0" tIns="0" rIns="0" bIns="0" anchor="ctr">
            <a:noAutofit/>
          </a:bodyPr>
          <a:lstStyle>
            <a:defPPr algn="l">
              <a:defRPr sz="2625" b="1">
                <a:solidFill>
                  <a:srgbClr val="222222"/>
                </a:solidFill>
                <a:latin typeface="Noto Sans CJK SC"/>
                <a:ea typeface="Noto Sans CJK SC"/>
                <a:cs typeface="Noto Sans CJK SC"/>
              </a:defRPr>
            </a:defPPr>
            <a:lvl1pPr algn="l">
              <a:defRPr sz="2625" b="1">
                <a:solidFill>
                  <a:srgbClr val="222222"/>
                </a:solidFill>
                <a:latin typeface="Noto Sans CJK SC"/>
                <a:ea typeface="Noto Sans CJK SC"/>
                <a:cs typeface="Noto Sans CJK SC"/>
              </a:defRPr>
            </a:lvl1pPr>
            <a:lvl2pPr algn="l">
              <a:defRPr sz="2625" b="1">
                <a:solidFill>
                  <a:srgbClr val="222222"/>
                </a:solidFill>
                <a:latin typeface="Noto Sans CJK SC"/>
                <a:ea typeface="Noto Sans CJK SC"/>
                <a:cs typeface="Noto Sans CJK SC"/>
              </a:defRPr>
            </a:lvl2pPr>
            <a:lvl3pPr algn="l">
              <a:defRPr sz="2625" b="1">
                <a:solidFill>
                  <a:srgbClr val="222222"/>
                </a:solidFill>
                <a:latin typeface="Noto Sans CJK SC"/>
                <a:ea typeface="Noto Sans CJK SC"/>
                <a:cs typeface="Noto Sans CJK SC"/>
              </a:defRPr>
            </a:lvl3pPr>
            <a:lvl4pPr algn="l">
              <a:defRPr sz="2625" b="1">
                <a:solidFill>
                  <a:srgbClr val="222222"/>
                </a:solidFill>
                <a:latin typeface="Noto Sans CJK SC"/>
                <a:ea typeface="Noto Sans CJK SC"/>
                <a:cs typeface="Noto Sans CJK SC"/>
              </a:defRPr>
            </a:lvl4pPr>
            <a:lvl5pPr algn="l">
              <a:defRPr sz="2625" b="1">
                <a:solidFill>
                  <a:srgbClr val="222222"/>
                </a:solidFill>
                <a:latin typeface="Noto Sans CJK SC"/>
                <a:ea typeface="Noto Sans CJK SC"/>
                <a:cs typeface="Noto Sans CJK SC"/>
              </a:defRPr>
            </a:lvl5pPr>
            <a:lvl6pPr algn="l">
              <a:defRPr sz="2625" b="1">
                <a:solidFill>
                  <a:srgbClr val="222222"/>
                </a:solidFill>
                <a:latin typeface="Noto Sans CJK SC"/>
                <a:ea typeface="Noto Sans CJK SC"/>
                <a:cs typeface="Noto Sans CJK SC"/>
              </a:defRPr>
            </a:lvl6pPr>
            <a:lvl7pPr algn="l">
              <a:defRPr sz="2625" b="1">
                <a:solidFill>
                  <a:srgbClr val="222222"/>
                </a:solidFill>
                <a:latin typeface="Noto Sans CJK SC"/>
                <a:ea typeface="Noto Sans CJK SC"/>
                <a:cs typeface="Noto Sans CJK SC"/>
              </a:defRPr>
            </a:lvl7pPr>
            <a:lvl8pPr algn="l">
              <a:defRPr sz="2625" b="1">
                <a:solidFill>
                  <a:srgbClr val="222222"/>
                </a:solidFill>
                <a:latin typeface="Noto Sans CJK SC"/>
                <a:ea typeface="Noto Sans CJK SC"/>
                <a:cs typeface="Noto Sans CJK SC"/>
              </a:defRPr>
            </a:lvl8pPr>
            <a:lvl9pPr algn="l">
              <a:defRPr sz="2625" b="1">
                <a:solidFill>
                  <a:srgbClr val="222222"/>
                </a:solidFill>
                <a:latin typeface="Noto Sans CJK SC"/>
                <a:ea typeface="Noto Sans CJK SC"/>
                <a:cs typeface="Noto Sans CJK SC"/>
              </a:defRPr>
            </a:lvl9pPr>
          </a:lstStyle>
          <a:p>
            <a:pPr algn="l">
              <a:defRPr sz="2625" b="1">
                <a:solidFill>
                  <a:srgbClr val="222222"/>
                </a:solidFill>
                <a:latin typeface="Noto Sans CJK SC"/>
                <a:ea typeface="Noto Sans CJK SC"/>
                <a:cs typeface="Noto Sans CJK SC"/>
              </a:defRPr>
            </a:pPr>
            <a:r>
              <a:rPr sz="2625" b="1">
                <a:solidFill>
                  <a:srgbClr val="222222"/>
                </a:solidFill>
                <a:latin typeface="Noto Sans CJK SC"/>
                <a:ea typeface="Noto Sans CJK SC"/>
                <a:cs typeface="Noto Sans CJK SC"/>
              </a:rPr>
              <a:t>本体与高层接口</a:t>
            </a:r>
          </a:p>
        </p:txBody>
      </p:sp>
      <p:sp>
        <p:nvSpPr>
          <p:cNvPr id="3" name="warm-start">
            <a:extLst>
              <a:ext uri="{FF2B5EF4-FFF2-40B4-BE49-F238E27FC236}">
                <a16:creationId xmlns:a16="http://schemas.microsoft.com/office/drawing/2014/main" id="{5DE97E1C-C66E-453D-9418-4B2E84E00910}"/>
              </a:ext>
            </a:extLst>
          </p:cNvPr>
          <p:cNvSpPr>
            <a:spLocks noGrp="1"/>
          </p:cNvSpPr>
          <p:nvPr/>
        </p:nvSpPr>
        <p:spPr>
          <a:xfrm>
            <a:off x="381000" y="1314450"/>
            <a:ext cx="4476750" cy="381000"/>
          </a:xfrm>
          <a:prstGeom prst="rect">
            <a:avLst/>
          </a:prstGeom>
          <a:noFill/>
          <a:ln w="0">
            <a:noFill/>
          </a:ln>
        </p:spPr>
        <p:txBody>
          <a:bodyPr wrap="none" lIns="0" tIns="0" rIns="0" bIns="0" anchor="ctr">
            <a:noAutofit/>
          </a:bodyPr>
          <a:lstStyle>
            <a:defPPr algn="l">
              <a:defRPr sz="2250" b="0">
                <a:solidFill>
                  <a:srgbClr val="64686C"/>
                </a:solidFill>
                <a:latin typeface="Noto Sans CJK SC"/>
                <a:ea typeface="Noto Sans CJK SC"/>
                <a:cs typeface="Noto Sans CJK SC"/>
              </a:defRPr>
            </a:defPPr>
            <a:lvl1pPr algn="l">
              <a:defRPr sz="2250" b="0">
                <a:solidFill>
                  <a:srgbClr val="64686C"/>
                </a:solidFill>
                <a:latin typeface="Noto Sans CJK SC"/>
                <a:ea typeface="Noto Sans CJK SC"/>
                <a:cs typeface="Noto Sans CJK SC"/>
              </a:defRPr>
            </a:lvl1pPr>
            <a:lvl2pPr algn="l">
              <a:defRPr sz="2250" b="0">
                <a:solidFill>
                  <a:srgbClr val="64686C"/>
                </a:solidFill>
                <a:latin typeface="Noto Sans CJK SC"/>
                <a:ea typeface="Noto Sans CJK SC"/>
                <a:cs typeface="Noto Sans CJK SC"/>
              </a:defRPr>
            </a:lvl2pPr>
            <a:lvl3pPr algn="l">
              <a:defRPr sz="2250" b="0">
                <a:solidFill>
                  <a:srgbClr val="64686C"/>
                </a:solidFill>
                <a:latin typeface="Noto Sans CJK SC"/>
                <a:ea typeface="Noto Sans CJK SC"/>
                <a:cs typeface="Noto Sans CJK SC"/>
              </a:defRPr>
            </a:lvl3pPr>
            <a:lvl4pPr algn="l">
              <a:defRPr sz="2250" b="0">
                <a:solidFill>
                  <a:srgbClr val="64686C"/>
                </a:solidFill>
                <a:latin typeface="Noto Sans CJK SC"/>
                <a:ea typeface="Noto Sans CJK SC"/>
                <a:cs typeface="Noto Sans CJK SC"/>
              </a:defRPr>
            </a:lvl4pPr>
            <a:lvl5pPr algn="l">
              <a:defRPr sz="2250" b="0">
                <a:solidFill>
                  <a:srgbClr val="64686C"/>
                </a:solidFill>
                <a:latin typeface="Noto Sans CJK SC"/>
                <a:ea typeface="Noto Sans CJK SC"/>
                <a:cs typeface="Noto Sans CJK SC"/>
              </a:defRPr>
            </a:lvl5pPr>
            <a:lvl6pPr algn="l">
              <a:defRPr sz="2250" b="0">
                <a:solidFill>
                  <a:srgbClr val="64686C"/>
                </a:solidFill>
                <a:latin typeface="Noto Sans CJK SC"/>
                <a:ea typeface="Noto Sans CJK SC"/>
                <a:cs typeface="Noto Sans CJK SC"/>
              </a:defRPr>
            </a:lvl6pPr>
            <a:lvl7pPr algn="l">
              <a:defRPr sz="2250" b="0">
                <a:solidFill>
                  <a:srgbClr val="64686C"/>
                </a:solidFill>
                <a:latin typeface="Noto Sans CJK SC"/>
                <a:ea typeface="Noto Sans CJK SC"/>
                <a:cs typeface="Noto Sans CJK SC"/>
              </a:defRPr>
            </a:lvl7pPr>
            <a:lvl8pPr algn="l">
              <a:defRPr sz="2250" b="0">
                <a:solidFill>
                  <a:srgbClr val="64686C"/>
                </a:solidFill>
                <a:latin typeface="Noto Sans CJK SC"/>
                <a:ea typeface="Noto Sans CJK SC"/>
                <a:cs typeface="Noto Sans CJK SC"/>
              </a:defRPr>
            </a:lvl8pPr>
            <a:lvl9pPr algn="l">
              <a:defRPr sz="2250" b="0">
                <a:solidFill>
                  <a:srgbClr val="64686C"/>
                </a:solidFill>
                <a:latin typeface="Noto Sans CJK SC"/>
                <a:ea typeface="Noto Sans CJK SC"/>
                <a:cs typeface="Noto Sans CJK SC"/>
              </a:defRPr>
            </a:lvl9pPr>
          </a:lstStyle>
          <a:p>
            <a:pPr algn="l">
              <a:defRPr sz="2250" b="0">
                <a:solidFill>
                  <a:srgbClr val="64686C"/>
                </a:solidFill>
                <a:latin typeface="Noto Sans CJK SC"/>
                <a:ea typeface="Noto Sans CJK SC"/>
                <a:cs typeface="Noto Sans CJK SC"/>
              </a:defRPr>
            </a:pPr>
            <a:r>
              <a:rPr sz="2250" b="0">
                <a:solidFill>
                  <a:srgbClr val="64686C"/>
                </a:solidFill>
                <a:latin typeface="Noto Sans CJK SC"/>
                <a:ea typeface="Noto Sans CJK SC"/>
                <a:cs typeface="Noto Sans CJK SC"/>
              </a:rPr>
              <a:t>示范与监督暖启动</a:t>
            </a:r>
          </a:p>
        </p:txBody>
      </p:sp>
      <p:sp>
        <p:nvSpPr>
          <p:cNvPr id="4" name="demonstrations">
            <a:extLst>
              <a:ext uri="{FF2B5EF4-FFF2-40B4-BE49-F238E27FC236}">
                <a16:creationId xmlns:a16="http://schemas.microsoft.com/office/drawing/2014/main" id="{7B36CEC2-931B-486B-A11B-33C17C830613}"/>
              </a:ext>
            </a:extLst>
          </p:cNvPr>
          <p:cNvSpPr>
            <a:spLocks noGrp="1"/>
          </p:cNvSpPr>
          <p:nvPr/>
        </p:nvSpPr>
        <p:spPr>
          <a:xfrm>
            <a:off x="381000" y="2495550"/>
            <a:ext cx="1619250" cy="666750"/>
          </a:xfrm>
          <a:prstGeom prst="rect">
            <a:avLst/>
          </a:prstGeom>
          <a:solidFill>
            <a:srgbClr val="F4F5F5"/>
          </a:solidFill>
          <a:ln w="17145">
            <a:solidFill>
              <a:srgbClr val="A6AAAD"/>
            </a:solidFill>
            <a:prstDash val="solid"/>
          </a:ln>
        </p:spPr>
      </p:sp>
      <p:sp>
        <p:nvSpPr>
          <p:cNvPr id="5" name="demonstrations-text">
            <a:extLst>
              <a:ext uri="{FF2B5EF4-FFF2-40B4-BE49-F238E27FC236}">
                <a16:creationId xmlns:a16="http://schemas.microsoft.com/office/drawing/2014/main" id="{71926E9E-3440-4D13-BDB5-497B8F855DC5}"/>
              </a:ext>
            </a:extLst>
          </p:cNvPr>
          <p:cNvSpPr>
            <a:spLocks noGrp="1"/>
          </p:cNvSpPr>
          <p:nvPr/>
        </p:nvSpPr>
        <p:spPr>
          <a:xfrm>
            <a:off x="476250" y="2543175"/>
            <a:ext cx="1428750" cy="57150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示范轨迹</a:t>
            </a:r>
          </a:p>
        </p:txBody>
      </p:sp>
      <p:cxnSp>
        <p:nvCxnSpPr>
          <p:cNvPr id="6" name="fork-input">
            <a:extLst>
              <a:ext uri="{FF2B5EF4-FFF2-40B4-BE49-F238E27FC236}">
                <a16:creationId xmlns:a16="http://schemas.microsoft.com/office/drawing/2014/main" id="{70BE7C1D-7515-4915-9E9B-DF85E2EE978B}"/>
              </a:ext>
            </a:extLst>
          </p:cNvPr>
          <p:cNvCxnSpPr/>
          <p:nvPr/>
        </p:nvCxnSpPr>
        <p:spPr>
          <a:xfrm flipH="0" flipV="0">
            <a:off x="2000250" y="2828925"/>
            <a:ext cx="333375" cy="0"/>
          </a:xfrm>
          <a:prstGeom prst="straightConnector1">
            <a:avLst/>
          </a:prstGeom>
          <a:ln w="20955">
            <a:solidFill>
              <a:srgbClr val="64686C"/>
            </a:solidFill>
            <a:prstDash val="solid"/>
            <a:tailEnd type="none" w="med" len="med"/>
          </a:ln>
        </p:spPr>
      </p:cxnSp>
      <p:cxnSp>
        <p:nvCxnSpPr>
          <p:cNvPr id="7" name="fork-vertical">
            <a:extLst>
              <a:ext uri="{FF2B5EF4-FFF2-40B4-BE49-F238E27FC236}">
                <a16:creationId xmlns:a16="http://schemas.microsoft.com/office/drawing/2014/main" id="{BCBDEB42-0376-4FEF-952B-4A302408AA65}"/>
              </a:ext>
            </a:extLst>
          </p:cNvPr>
          <p:cNvCxnSpPr/>
          <p:nvPr/>
        </p:nvCxnSpPr>
        <p:spPr>
          <a:xfrm flipH="0" flipV="0">
            <a:off x="2333625" y="2181225"/>
            <a:ext cx="0" cy="1362075"/>
          </a:xfrm>
          <a:prstGeom prst="straightConnector1">
            <a:avLst/>
          </a:prstGeom>
          <a:ln w="20955">
            <a:solidFill>
              <a:srgbClr val="64686C"/>
            </a:solidFill>
            <a:prstDash val="solid"/>
            <a:tailEnd type="none" w="med" len="med"/>
          </a:ln>
        </p:spPr>
      </p:cxnSp>
      <p:cxnSp>
        <p:nvCxnSpPr>
          <p:cNvPr id="8" name="fork-high">
            <a:extLst>
              <a:ext uri="{FF2B5EF4-FFF2-40B4-BE49-F238E27FC236}">
                <a16:creationId xmlns:a16="http://schemas.microsoft.com/office/drawing/2014/main" id="{5A93556A-976E-4916-A8D6-49D013D3D625}"/>
              </a:ext>
            </a:extLst>
          </p:cNvPr>
          <p:cNvCxnSpPr/>
          <p:nvPr/>
        </p:nvCxnSpPr>
        <p:spPr>
          <a:xfrm flipH="0" flipV="0">
            <a:off x="2333625" y="2181225"/>
            <a:ext cx="390525" cy="0"/>
          </a:xfrm>
          <a:prstGeom prst="straightConnector1">
            <a:avLst/>
          </a:prstGeom>
          <a:ln w="20955">
            <a:solidFill>
              <a:srgbClr val="64686C"/>
            </a:solidFill>
            <a:prstDash val="solid"/>
            <a:tailEnd type="triangle" w="med" len="med"/>
          </a:ln>
        </p:spPr>
      </p:cxnSp>
      <p:cxnSp>
        <p:nvCxnSpPr>
          <p:cNvPr id="9" name="fork-low">
            <a:extLst>
              <a:ext uri="{FF2B5EF4-FFF2-40B4-BE49-F238E27FC236}">
                <a16:creationId xmlns:a16="http://schemas.microsoft.com/office/drawing/2014/main" id="{B59B2863-5CDC-4037-A1C9-CDC9C53DA013}"/>
              </a:ext>
            </a:extLst>
          </p:cNvPr>
          <p:cNvCxnSpPr/>
          <p:nvPr/>
        </p:nvCxnSpPr>
        <p:spPr>
          <a:xfrm flipH="0" flipV="0">
            <a:off x="2333625" y="3543300"/>
            <a:ext cx="390525" cy="0"/>
          </a:xfrm>
          <a:prstGeom prst="straightConnector1">
            <a:avLst/>
          </a:prstGeom>
          <a:ln w="20955">
            <a:solidFill>
              <a:srgbClr val="64686C"/>
            </a:solidFill>
            <a:prstDash val="solid"/>
            <a:tailEnd type="triangle" w="med" len="med"/>
          </a:ln>
        </p:spPr>
      </p:cxnSp>
      <p:sp>
        <p:nvSpPr>
          <p:cNvPr id="10" name="high-protocol">
            <a:extLst>
              <a:ext uri="{FF2B5EF4-FFF2-40B4-BE49-F238E27FC236}">
                <a16:creationId xmlns:a16="http://schemas.microsoft.com/office/drawing/2014/main" id="{C77D15D6-5CC4-4E8B-8FBD-4FE315925A9D}"/>
              </a:ext>
            </a:extLst>
          </p:cNvPr>
          <p:cNvSpPr>
            <a:spLocks noGrp="1"/>
          </p:cNvSpPr>
          <p:nvPr/>
        </p:nvSpPr>
        <p:spPr>
          <a:xfrm>
            <a:off x="2724150" y="1847850"/>
            <a:ext cx="2143125" cy="666750"/>
          </a:xfrm>
          <a:prstGeom prst="rect">
            <a:avLst/>
          </a:prstGeom>
          <a:solidFill>
            <a:srgbClr val="EAF1F6"/>
          </a:solidFill>
          <a:ln w="17145">
            <a:solidFill>
              <a:srgbClr val="315E80"/>
            </a:solidFill>
            <a:prstDash val="solid"/>
          </a:ln>
        </p:spPr>
      </p:sp>
      <p:sp>
        <p:nvSpPr>
          <p:cNvPr id="11" name="high-protocol-text">
            <a:extLst>
              <a:ext uri="{FF2B5EF4-FFF2-40B4-BE49-F238E27FC236}">
                <a16:creationId xmlns:a16="http://schemas.microsoft.com/office/drawing/2014/main" id="{A867E4F4-D08B-460F-9988-656E693668FB}"/>
              </a:ext>
            </a:extLst>
          </p:cNvPr>
          <p:cNvSpPr>
            <a:spLocks noGrp="1"/>
          </p:cNvSpPr>
          <p:nvPr/>
        </p:nvSpPr>
        <p:spPr>
          <a:xfrm>
            <a:off x="2819400" y="1895475"/>
            <a:ext cx="1952625" cy="57150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高层读写与文本</a:t>
            </a:r>
          </a:p>
        </p:txBody>
      </p:sp>
      <p:sp>
        <p:nvSpPr>
          <p:cNvPr id="12" name="high-check">
            <a:extLst>
              <a:ext uri="{FF2B5EF4-FFF2-40B4-BE49-F238E27FC236}">
                <a16:creationId xmlns:a16="http://schemas.microsoft.com/office/drawing/2014/main" id="{828FACB6-9B88-460C-A80D-A66B5BB7509F}"/>
              </a:ext>
            </a:extLst>
          </p:cNvPr>
          <p:cNvSpPr>
            <a:spLocks noGrp="1"/>
          </p:cNvSpPr>
          <p:nvPr/>
        </p:nvSpPr>
        <p:spPr>
          <a:xfrm>
            <a:off x="2457450" y="2647950"/>
            <a:ext cx="2600325" cy="361950"/>
          </a:xfrm>
          <a:prstGeom prst="rect">
            <a:avLst/>
          </a:prstGeom>
          <a:noFill/>
          <a:ln w="0">
            <a:noFill/>
          </a:ln>
        </p:spPr>
        <p:txBody>
          <a:bodyPr wrap="none" lIns="0" tIns="0" rIns="0" bIns="0" anchor="ctr">
            <a:noAutofit/>
          </a:bodyPr>
          <a:lstStyle>
            <a:defPPr algn="ctr">
              <a:defRPr sz="1875" b="0">
                <a:solidFill>
                  <a:srgbClr val="64686C"/>
                </a:solidFill>
                <a:latin typeface="Noto Sans CJK SC"/>
                <a:ea typeface="Noto Sans CJK SC"/>
                <a:cs typeface="Noto Sans CJK SC"/>
              </a:defRPr>
            </a:defPPr>
            <a:lvl1pPr algn="ctr">
              <a:defRPr sz="1875" b="0">
                <a:solidFill>
                  <a:srgbClr val="64686C"/>
                </a:solidFill>
                <a:latin typeface="Noto Sans CJK SC"/>
                <a:ea typeface="Noto Sans CJK SC"/>
                <a:cs typeface="Noto Sans CJK SC"/>
              </a:defRPr>
            </a:lvl1pPr>
            <a:lvl2pPr algn="ctr">
              <a:defRPr sz="1875" b="0">
                <a:solidFill>
                  <a:srgbClr val="64686C"/>
                </a:solidFill>
                <a:latin typeface="Noto Sans CJK SC"/>
                <a:ea typeface="Noto Sans CJK SC"/>
                <a:cs typeface="Noto Sans CJK SC"/>
              </a:defRPr>
            </a:lvl2pPr>
            <a:lvl3pPr algn="ctr">
              <a:defRPr sz="1875" b="0">
                <a:solidFill>
                  <a:srgbClr val="64686C"/>
                </a:solidFill>
                <a:latin typeface="Noto Sans CJK SC"/>
                <a:ea typeface="Noto Sans CJK SC"/>
                <a:cs typeface="Noto Sans CJK SC"/>
              </a:defRPr>
            </a:lvl3pPr>
            <a:lvl4pPr algn="ctr">
              <a:defRPr sz="1875" b="0">
                <a:solidFill>
                  <a:srgbClr val="64686C"/>
                </a:solidFill>
                <a:latin typeface="Noto Sans CJK SC"/>
                <a:ea typeface="Noto Sans CJK SC"/>
                <a:cs typeface="Noto Sans CJK SC"/>
              </a:defRPr>
            </a:lvl4pPr>
            <a:lvl5pPr algn="ctr">
              <a:defRPr sz="1875" b="0">
                <a:solidFill>
                  <a:srgbClr val="64686C"/>
                </a:solidFill>
                <a:latin typeface="Noto Sans CJK SC"/>
                <a:ea typeface="Noto Sans CJK SC"/>
                <a:cs typeface="Noto Sans CJK SC"/>
              </a:defRPr>
            </a:lvl5pPr>
            <a:lvl6pPr algn="ctr">
              <a:defRPr sz="1875" b="0">
                <a:solidFill>
                  <a:srgbClr val="64686C"/>
                </a:solidFill>
                <a:latin typeface="Noto Sans CJK SC"/>
                <a:ea typeface="Noto Sans CJK SC"/>
                <a:cs typeface="Noto Sans CJK SC"/>
              </a:defRPr>
            </a:lvl6pPr>
            <a:lvl7pPr algn="ctr">
              <a:defRPr sz="1875" b="0">
                <a:solidFill>
                  <a:srgbClr val="64686C"/>
                </a:solidFill>
                <a:latin typeface="Noto Sans CJK SC"/>
                <a:ea typeface="Noto Sans CJK SC"/>
                <a:cs typeface="Noto Sans CJK SC"/>
              </a:defRPr>
            </a:lvl7pPr>
            <a:lvl8pPr algn="ctr">
              <a:defRPr sz="1875" b="0">
                <a:solidFill>
                  <a:srgbClr val="64686C"/>
                </a:solidFill>
                <a:latin typeface="Noto Sans CJK SC"/>
                <a:ea typeface="Noto Sans CJK SC"/>
                <a:cs typeface="Noto Sans CJK SC"/>
              </a:defRPr>
            </a:lvl8pPr>
            <a:lvl9pPr algn="ctr">
              <a:defRPr sz="1875" b="0">
                <a:solidFill>
                  <a:srgbClr val="64686C"/>
                </a:solidFill>
                <a:latin typeface="Noto Sans CJK SC"/>
                <a:ea typeface="Noto Sans CJK SC"/>
                <a:cs typeface="Noto Sans CJK SC"/>
              </a:defRPr>
            </a:lvl9pPr>
          </a:lstStyle>
          <a:p>
            <a:pPr algn="ctr">
              <a:defRPr sz="1875" b="0">
                <a:solidFill>
                  <a:srgbClr val="64686C"/>
                </a:solidFill>
                <a:latin typeface="Noto Sans CJK SC"/>
                <a:ea typeface="Noto Sans CJK SC"/>
                <a:cs typeface="Noto Sans CJK SC"/>
              </a:defRPr>
            </a:pPr>
            <a:r>
              <a:rPr sz="1875" b="0">
                <a:solidFill>
                  <a:srgbClr val="64686C"/>
                </a:solidFill>
                <a:latin typeface="Noto Sans CJK SC"/>
                <a:ea typeface="Noto Sans CJK SC"/>
                <a:cs typeface="Noto Sans CJK SC"/>
              </a:rPr>
              <a:t>合法输出、掩码与梯度</a:t>
            </a:r>
          </a:p>
        </p:txBody>
      </p:sp>
      <p:sp>
        <p:nvSpPr>
          <p:cNvPr id="13" name="continuous-actions">
            <a:extLst>
              <a:ext uri="{FF2B5EF4-FFF2-40B4-BE49-F238E27FC236}">
                <a16:creationId xmlns:a16="http://schemas.microsoft.com/office/drawing/2014/main" id="{45DC6455-CBDC-4D96-BA88-B6291382FA6E}"/>
              </a:ext>
            </a:extLst>
          </p:cNvPr>
          <p:cNvSpPr>
            <a:spLocks noGrp="1"/>
          </p:cNvSpPr>
          <p:nvPr/>
        </p:nvSpPr>
        <p:spPr>
          <a:xfrm>
            <a:off x="2724150" y="3209925"/>
            <a:ext cx="2143125" cy="666750"/>
          </a:xfrm>
          <a:prstGeom prst="rect">
            <a:avLst/>
          </a:prstGeom>
          <a:solidFill>
            <a:srgbClr val="F4F5F5"/>
          </a:solidFill>
          <a:ln w="17145">
            <a:solidFill>
              <a:srgbClr val="A6AAAD"/>
            </a:solidFill>
            <a:prstDash val="solid"/>
          </a:ln>
        </p:spPr>
      </p:sp>
      <p:sp>
        <p:nvSpPr>
          <p:cNvPr id="14" name="continuous-actions-text">
            <a:extLst>
              <a:ext uri="{FF2B5EF4-FFF2-40B4-BE49-F238E27FC236}">
                <a16:creationId xmlns:a16="http://schemas.microsoft.com/office/drawing/2014/main" id="{D2C6978C-6A5E-4E46-9F78-6A54DB577C88}"/>
              </a:ext>
            </a:extLst>
          </p:cNvPr>
          <p:cNvSpPr>
            <a:spLocks noGrp="1"/>
          </p:cNvSpPr>
          <p:nvPr/>
        </p:nvSpPr>
        <p:spPr>
          <a:xfrm>
            <a:off x="2819400" y="3257550"/>
            <a:ext cx="1952625" cy="57150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连续动作执行</a:t>
            </a:r>
          </a:p>
        </p:txBody>
      </p:sp>
      <p:sp>
        <p:nvSpPr>
          <p:cNvPr id="15" name="skill-check">
            <a:extLst>
              <a:ext uri="{FF2B5EF4-FFF2-40B4-BE49-F238E27FC236}">
                <a16:creationId xmlns:a16="http://schemas.microsoft.com/office/drawing/2014/main" id="{B1D3623C-4756-4678-B578-AEB1F8FED50A}"/>
              </a:ext>
            </a:extLst>
          </p:cNvPr>
          <p:cNvSpPr>
            <a:spLocks noGrp="1"/>
          </p:cNvSpPr>
          <p:nvPr/>
        </p:nvSpPr>
        <p:spPr>
          <a:xfrm>
            <a:off x="2590800" y="4010025"/>
            <a:ext cx="2381250" cy="361950"/>
          </a:xfrm>
          <a:prstGeom prst="rect">
            <a:avLst/>
          </a:prstGeom>
          <a:noFill/>
          <a:ln w="0">
            <a:noFill/>
          </a:ln>
        </p:spPr>
        <p:txBody>
          <a:bodyPr wrap="none" lIns="0" tIns="0" rIns="0" bIns="0" anchor="ctr">
            <a:noAutofit/>
          </a:bodyPr>
          <a:lstStyle>
            <a:defPPr algn="ctr">
              <a:defRPr sz="2025" b="0">
                <a:solidFill>
                  <a:srgbClr val="64686C"/>
                </a:solidFill>
                <a:latin typeface="Noto Sans CJK SC"/>
                <a:ea typeface="Noto Sans CJK SC"/>
                <a:cs typeface="Noto Sans CJK SC"/>
              </a:defRPr>
            </a:defPPr>
            <a:lvl1pPr algn="ctr">
              <a:defRPr sz="2025" b="0">
                <a:solidFill>
                  <a:srgbClr val="64686C"/>
                </a:solidFill>
                <a:latin typeface="Noto Sans CJK SC"/>
                <a:ea typeface="Noto Sans CJK SC"/>
                <a:cs typeface="Noto Sans CJK SC"/>
              </a:defRPr>
            </a:lvl1pPr>
            <a:lvl2pPr algn="ctr">
              <a:defRPr sz="2025" b="0">
                <a:solidFill>
                  <a:srgbClr val="64686C"/>
                </a:solidFill>
                <a:latin typeface="Noto Sans CJK SC"/>
                <a:ea typeface="Noto Sans CJK SC"/>
                <a:cs typeface="Noto Sans CJK SC"/>
              </a:defRPr>
            </a:lvl2pPr>
            <a:lvl3pPr algn="ctr">
              <a:defRPr sz="2025" b="0">
                <a:solidFill>
                  <a:srgbClr val="64686C"/>
                </a:solidFill>
                <a:latin typeface="Noto Sans CJK SC"/>
                <a:ea typeface="Noto Sans CJK SC"/>
                <a:cs typeface="Noto Sans CJK SC"/>
              </a:defRPr>
            </a:lvl3pPr>
            <a:lvl4pPr algn="ctr">
              <a:defRPr sz="2025" b="0">
                <a:solidFill>
                  <a:srgbClr val="64686C"/>
                </a:solidFill>
                <a:latin typeface="Noto Sans CJK SC"/>
                <a:ea typeface="Noto Sans CJK SC"/>
                <a:cs typeface="Noto Sans CJK SC"/>
              </a:defRPr>
            </a:lvl4pPr>
            <a:lvl5pPr algn="ctr">
              <a:defRPr sz="2025" b="0">
                <a:solidFill>
                  <a:srgbClr val="64686C"/>
                </a:solidFill>
                <a:latin typeface="Noto Sans CJK SC"/>
                <a:ea typeface="Noto Sans CJK SC"/>
                <a:cs typeface="Noto Sans CJK SC"/>
              </a:defRPr>
            </a:lvl5pPr>
            <a:lvl6pPr algn="ctr">
              <a:defRPr sz="2025" b="0">
                <a:solidFill>
                  <a:srgbClr val="64686C"/>
                </a:solidFill>
                <a:latin typeface="Noto Sans CJK SC"/>
                <a:ea typeface="Noto Sans CJK SC"/>
                <a:cs typeface="Noto Sans CJK SC"/>
              </a:defRPr>
            </a:lvl6pPr>
            <a:lvl7pPr algn="ctr">
              <a:defRPr sz="2025" b="0">
                <a:solidFill>
                  <a:srgbClr val="64686C"/>
                </a:solidFill>
                <a:latin typeface="Noto Sans CJK SC"/>
                <a:ea typeface="Noto Sans CJK SC"/>
                <a:cs typeface="Noto Sans CJK SC"/>
              </a:defRPr>
            </a:lvl7pPr>
            <a:lvl8pPr algn="ctr">
              <a:defRPr sz="2025" b="0">
                <a:solidFill>
                  <a:srgbClr val="64686C"/>
                </a:solidFill>
                <a:latin typeface="Noto Sans CJK SC"/>
                <a:ea typeface="Noto Sans CJK SC"/>
                <a:cs typeface="Noto Sans CJK SC"/>
              </a:defRPr>
            </a:lvl8pPr>
            <a:lvl9pPr algn="ctr">
              <a:defRPr sz="2025" b="0">
                <a:solidFill>
                  <a:srgbClr val="64686C"/>
                </a:solidFill>
                <a:latin typeface="Noto Sans CJK SC"/>
                <a:ea typeface="Noto Sans CJK SC"/>
                <a:cs typeface="Noto Sans CJK SC"/>
              </a:defRPr>
            </a:lvl9pPr>
          </a:lstStyle>
          <a:p>
            <a:pPr algn="ctr">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2–3项可复测技能</a:t>
            </a:r>
          </a:p>
        </p:txBody>
      </p:sp>
      <p:sp>
        <p:nvSpPr>
          <p:cNvPr id="16" name="text-generation-boundary">
            <a:extLst>
              <a:ext uri="{FF2B5EF4-FFF2-40B4-BE49-F238E27FC236}">
                <a16:creationId xmlns:a16="http://schemas.microsoft.com/office/drawing/2014/main" id="{B853FE54-55CB-4395-837B-43F7F167C836}"/>
              </a:ext>
            </a:extLst>
          </p:cNvPr>
          <p:cNvSpPr>
            <a:spLocks noGrp="1"/>
          </p:cNvSpPr>
          <p:nvPr/>
        </p:nvSpPr>
        <p:spPr>
          <a:xfrm>
            <a:off x="381000" y="4638675"/>
            <a:ext cx="4572000" cy="342900"/>
          </a:xfrm>
          <a:prstGeom prst="rect">
            <a:avLst/>
          </a:prstGeom>
          <a:noFill/>
          <a:ln w="0">
            <a:noFill/>
          </a:ln>
        </p:spPr>
        <p:txBody>
          <a:bodyPr wrap="none" lIns="0" tIns="0" rIns="0" bIns="0" anchor="ctr">
            <a:noAutofit/>
          </a:bodyPr>
          <a:lstStyle>
            <a:defPPr algn="l">
              <a:defRPr sz="1875" b="0">
                <a:solidFill>
                  <a:srgbClr val="64686C"/>
                </a:solidFill>
                <a:latin typeface="Noto Sans CJK SC"/>
                <a:ea typeface="Noto Sans CJK SC"/>
                <a:cs typeface="Noto Sans CJK SC"/>
              </a:defRPr>
            </a:defPPr>
            <a:lvl1pPr algn="l">
              <a:defRPr sz="1875" b="0">
                <a:solidFill>
                  <a:srgbClr val="64686C"/>
                </a:solidFill>
                <a:latin typeface="Noto Sans CJK SC"/>
                <a:ea typeface="Noto Sans CJK SC"/>
                <a:cs typeface="Noto Sans CJK SC"/>
              </a:defRPr>
            </a:lvl1pPr>
            <a:lvl2pPr algn="l">
              <a:defRPr sz="1875" b="0">
                <a:solidFill>
                  <a:srgbClr val="64686C"/>
                </a:solidFill>
                <a:latin typeface="Noto Sans CJK SC"/>
                <a:ea typeface="Noto Sans CJK SC"/>
                <a:cs typeface="Noto Sans CJK SC"/>
              </a:defRPr>
            </a:lvl2pPr>
            <a:lvl3pPr algn="l">
              <a:defRPr sz="1875" b="0">
                <a:solidFill>
                  <a:srgbClr val="64686C"/>
                </a:solidFill>
                <a:latin typeface="Noto Sans CJK SC"/>
                <a:ea typeface="Noto Sans CJK SC"/>
                <a:cs typeface="Noto Sans CJK SC"/>
              </a:defRPr>
            </a:lvl3pPr>
            <a:lvl4pPr algn="l">
              <a:defRPr sz="1875" b="0">
                <a:solidFill>
                  <a:srgbClr val="64686C"/>
                </a:solidFill>
                <a:latin typeface="Noto Sans CJK SC"/>
                <a:ea typeface="Noto Sans CJK SC"/>
                <a:cs typeface="Noto Sans CJK SC"/>
              </a:defRPr>
            </a:lvl4pPr>
            <a:lvl5pPr algn="l">
              <a:defRPr sz="1875" b="0">
                <a:solidFill>
                  <a:srgbClr val="64686C"/>
                </a:solidFill>
                <a:latin typeface="Noto Sans CJK SC"/>
                <a:ea typeface="Noto Sans CJK SC"/>
                <a:cs typeface="Noto Sans CJK SC"/>
              </a:defRPr>
            </a:lvl5pPr>
            <a:lvl6pPr algn="l">
              <a:defRPr sz="1875" b="0">
                <a:solidFill>
                  <a:srgbClr val="64686C"/>
                </a:solidFill>
                <a:latin typeface="Noto Sans CJK SC"/>
                <a:ea typeface="Noto Sans CJK SC"/>
                <a:cs typeface="Noto Sans CJK SC"/>
              </a:defRPr>
            </a:lvl6pPr>
            <a:lvl7pPr algn="l">
              <a:defRPr sz="1875" b="0">
                <a:solidFill>
                  <a:srgbClr val="64686C"/>
                </a:solidFill>
                <a:latin typeface="Noto Sans CJK SC"/>
                <a:ea typeface="Noto Sans CJK SC"/>
                <a:cs typeface="Noto Sans CJK SC"/>
              </a:defRPr>
            </a:lvl7pPr>
            <a:lvl8pPr algn="l">
              <a:defRPr sz="1875" b="0">
                <a:solidFill>
                  <a:srgbClr val="64686C"/>
                </a:solidFill>
                <a:latin typeface="Noto Sans CJK SC"/>
                <a:ea typeface="Noto Sans CJK SC"/>
                <a:cs typeface="Noto Sans CJK SC"/>
              </a:defRPr>
            </a:lvl8pPr>
            <a:lvl9pPr algn="l">
              <a:defRPr sz="1875" b="0">
                <a:solidFill>
                  <a:srgbClr val="64686C"/>
                </a:solidFill>
                <a:latin typeface="Noto Sans CJK SC"/>
                <a:ea typeface="Noto Sans CJK SC"/>
                <a:cs typeface="Noto Sans CJK SC"/>
              </a:defRPr>
            </a:lvl9pPr>
          </a:lstStyle>
          <a:p>
            <a:pPr algn="l">
              <a:defRPr sz="1875" b="0">
                <a:solidFill>
                  <a:srgbClr val="64686C"/>
                </a:solidFill>
                <a:latin typeface="Noto Sans CJK SC"/>
                <a:ea typeface="Noto Sans CJK SC"/>
                <a:cs typeface="Noto Sans CJK SC"/>
              </a:defRPr>
            </a:pPr>
            <a:r>
              <a:rPr sz="1875" b="0">
                <a:solidFill>
                  <a:srgbClr val="64686C"/>
                </a:solidFill>
                <a:latin typeface="Noto Sans CJK SC"/>
                <a:ea typeface="Noto Sans CJK SC"/>
                <a:cs typeface="Noto Sans CJK SC"/>
              </a:rPr>
              <a:t>限定动作能力，保留子任务文本生成</a:t>
            </a:r>
          </a:p>
        </p:txBody>
      </p:sp>
      <p:cxnSp>
        <p:nvCxnSpPr>
          <p:cNvPr id="17" name="upper-panel-divider">
            <a:extLst>
              <a:ext uri="{FF2B5EF4-FFF2-40B4-BE49-F238E27FC236}">
                <a16:creationId xmlns:a16="http://schemas.microsoft.com/office/drawing/2014/main" id="{84410460-88EB-4E6E-81D5-BEEF2736F1DD}"/>
              </a:ext>
            </a:extLst>
          </p:cNvPr>
          <p:cNvCxnSpPr/>
          <p:nvPr/>
        </p:nvCxnSpPr>
        <p:spPr>
          <a:xfrm flipH="0" flipV="0">
            <a:off x="5257800" y="704850"/>
            <a:ext cx="0" cy="4305300"/>
          </a:xfrm>
          <a:prstGeom prst="straightConnector1">
            <a:avLst/>
          </a:prstGeom>
          <a:ln w="12383">
            <a:solidFill>
              <a:srgbClr val="CCD0D2"/>
            </a:solidFill>
            <a:prstDash val="solid"/>
            <a:tailEnd type="none" w="med" len="med"/>
          </a:ln>
        </p:spPr>
      </p:cxnSp>
      <p:sp>
        <p:nvSpPr>
          <p:cNvPr id="18" name="panel-b">
            <a:extLst>
              <a:ext uri="{FF2B5EF4-FFF2-40B4-BE49-F238E27FC236}">
                <a16:creationId xmlns:a16="http://schemas.microsoft.com/office/drawing/2014/main" id="{A4793974-1C81-48C7-B058-677384F7700F}"/>
              </a:ext>
            </a:extLst>
          </p:cNvPr>
          <p:cNvSpPr>
            <a:spLocks noGrp="1"/>
          </p:cNvSpPr>
          <p:nvPr/>
        </p:nvSpPr>
        <p:spPr>
          <a:xfrm>
            <a:off x="5667375" y="70485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b</a:t>
            </a:r>
          </a:p>
        </p:txBody>
      </p:sp>
      <p:sp>
        <p:nvSpPr>
          <p:cNvPr id="19" name="title-b">
            <a:extLst>
              <a:ext uri="{FF2B5EF4-FFF2-40B4-BE49-F238E27FC236}">
                <a16:creationId xmlns:a16="http://schemas.microsoft.com/office/drawing/2014/main" id="{183A4674-1FC0-439C-B085-59503AFB8D1F}"/>
              </a:ext>
            </a:extLst>
          </p:cNvPr>
          <p:cNvSpPr>
            <a:spLocks noGrp="1"/>
          </p:cNvSpPr>
          <p:nvPr/>
        </p:nvSpPr>
        <p:spPr>
          <a:xfrm>
            <a:off x="6096000" y="704850"/>
            <a:ext cx="8696325" cy="457200"/>
          </a:xfrm>
          <a:prstGeom prst="rect">
            <a:avLst/>
          </a:prstGeom>
          <a:noFill/>
          <a:ln w="0">
            <a:noFill/>
          </a:ln>
        </p:spPr>
        <p:txBody>
          <a:bodyPr wrap="none" lIns="0" tIns="0" rIns="0" bIns="0" anchor="ctr">
            <a:noAutofit/>
          </a:bodyPr>
          <a:lstStyle>
            <a:defPPr algn="l">
              <a:defRPr sz="2625" b="1">
                <a:solidFill>
                  <a:srgbClr val="222222"/>
                </a:solidFill>
                <a:latin typeface="Noto Sans CJK SC"/>
                <a:ea typeface="Noto Sans CJK SC"/>
                <a:cs typeface="Noto Sans CJK SC"/>
              </a:defRPr>
            </a:defPPr>
            <a:lvl1pPr algn="l">
              <a:defRPr sz="2625" b="1">
                <a:solidFill>
                  <a:srgbClr val="222222"/>
                </a:solidFill>
                <a:latin typeface="Noto Sans CJK SC"/>
                <a:ea typeface="Noto Sans CJK SC"/>
                <a:cs typeface="Noto Sans CJK SC"/>
              </a:defRPr>
            </a:lvl1pPr>
            <a:lvl2pPr algn="l">
              <a:defRPr sz="2625" b="1">
                <a:solidFill>
                  <a:srgbClr val="222222"/>
                </a:solidFill>
                <a:latin typeface="Noto Sans CJK SC"/>
                <a:ea typeface="Noto Sans CJK SC"/>
                <a:cs typeface="Noto Sans CJK SC"/>
              </a:defRPr>
            </a:lvl2pPr>
            <a:lvl3pPr algn="l">
              <a:defRPr sz="2625" b="1">
                <a:solidFill>
                  <a:srgbClr val="222222"/>
                </a:solidFill>
                <a:latin typeface="Noto Sans CJK SC"/>
                <a:ea typeface="Noto Sans CJK SC"/>
                <a:cs typeface="Noto Sans CJK SC"/>
              </a:defRPr>
            </a:lvl3pPr>
            <a:lvl4pPr algn="l">
              <a:defRPr sz="2625" b="1">
                <a:solidFill>
                  <a:srgbClr val="222222"/>
                </a:solidFill>
                <a:latin typeface="Noto Sans CJK SC"/>
                <a:ea typeface="Noto Sans CJK SC"/>
                <a:cs typeface="Noto Sans CJK SC"/>
              </a:defRPr>
            </a:lvl4pPr>
            <a:lvl5pPr algn="l">
              <a:defRPr sz="2625" b="1">
                <a:solidFill>
                  <a:srgbClr val="222222"/>
                </a:solidFill>
                <a:latin typeface="Noto Sans CJK SC"/>
                <a:ea typeface="Noto Sans CJK SC"/>
                <a:cs typeface="Noto Sans CJK SC"/>
              </a:defRPr>
            </a:lvl5pPr>
            <a:lvl6pPr algn="l">
              <a:defRPr sz="2625" b="1">
                <a:solidFill>
                  <a:srgbClr val="222222"/>
                </a:solidFill>
                <a:latin typeface="Noto Sans CJK SC"/>
                <a:ea typeface="Noto Sans CJK SC"/>
                <a:cs typeface="Noto Sans CJK SC"/>
              </a:defRPr>
            </a:lvl6pPr>
            <a:lvl7pPr algn="l">
              <a:defRPr sz="2625" b="1">
                <a:solidFill>
                  <a:srgbClr val="222222"/>
                </a:solidFill>
                <a:latin typeface="Noto Sans CJK SC"/>
                <a:ea typeface="Noto Sans CJK SC"/>
                <a:cs typeface="Noto Sans CJK SC"/>
              </a:defRPr>
            </a:lvl7pPr>
            <a:lvl8pPr algn="l">
              <a:defRPr sz="2625" b="1">
                <a:solidFill>
                  <a:srgbClr val="222222"/>
                </a:solidFill>
                <a:latin typeface="Noto Sans CJK SC"/>
                <a:ea typeface="Noto Sans CJK SC"/>
                <a:cs typeface="Noto Sans CJK SC"/>
              </a:defRPr>
            </a:lvl8pPr>
            <a:lvl9pPr algn="l">
              <a:defRPr sz="2625" b="1">
                <a:solidFill>
                  <a:srgbClr val="222222"/>
                </a:solidFill>
                <a:latin typeface="Noto Sans CJK SC"/>
                <a:ea typeface="Noto Sans CJK SC"/>
                <a:cs typeface="Noto Sans CJK SC"/>
              </a:defRPr>
            </a:lvl9pPr>
          </a:lstStyle>
          <a:p>
            <a:pPr algn="l">
              <a:defRPr sz="2625" b="1">
                <a:solidFill>
                  <a:srgbClr val="222222"/>
                </a:solidFill>
                <a:latin typeface="Noto Sans CJK SC"/>
                <a:ea typeface="Noto Sans CJK SC"/>
                <a:cs typeface="Noto Sans CJK SC"/>
              </a:defRPr>
            </a:pPr>
            <a:r>
              <a:rPr sz="2625" b="1">
                <a:solidFill>
                  <a:srgbClr val="222222"/>
                </a:solidFill>
                <a:latin typeface="Noto Sans CJK SC"/>
                <a:ea typeface="Noto Sans CJK SC"/>
                <a:cs typeface="Noto Sans CJK SC"/>
              </a:rPr>
              <a:t>历史依赖与联合学习</a:t>
            </a:r>
          </a:p>
        </p:txBody>
      </p:sp>
      <p:sp>
        <p:nvSpPr>
          <p:cNvPr id="20" name="matched-condition">
            <a:extLst>
              <a:ext uri="{FF2B5EF4-FFF2-40B4-BE49-F238E27FC236}">
                <a16:creationId xmlns:a16="http://schemas.microsoft.com/office/drawing/2014/main" id="{5C5AD812-2E41-49C1-B4A6-71081D2AB70E}"/>
              </a:ext>
            </a:extLst>
          </p:cNvPr>
          <p:cNvSpPr>
            <a:spLocks noGrp="1"/>
          </p:cNvSpPr>
          <p:nvPr/>
        </p:nvSpPr>
        <p:spPr>
          <a:xfrm>
            <a:off x="5667375" y="1314450"/>
            <a:ext cx="9096375" cy="381000"/>
          </a:xfrm>
          <a:prstGeom prst="rect">
            <a:avLst/>
          </a:prstGeom>
          <a:noFill/>
          <a:ln w="0">
            <a:noFill/>
          </a:ln>
        </p:spPr>
        <p:txBody>
          <a:bodyPr wrap="none" lIns="0" tIns="0" rIns="0" bIns="0" anchor="ctr">
            <a:noAutofit/>
          </a:bodyPr>
          <a:lstStyle>
            <a:defPPr algn="l">
              <a:defRPr sz="2250" b="0">
                <a:solidFill>
                  <a:srgbClr val="64686C"/>
                </a:solidFill>
                <a:latin typeface="Noto Sans CJK SC"/>
                <a:ea typeface="Noto Sans CJK SC"/>
                <a:cs typeface="Noto Sans CJK SC"/>
              </a:defRPr>
            </a:defPPr>
            <a:lvl1pPr algn="l">
              <a:defRPr sz="2250" b="0">
                <a:solidFill>
                  <a:srgbClr val="64686C"/>
                </a:solidFill>
                <a:latin typeface="Noto Sans CJK SC"/>
                <a:ea typeface="Noto Sans CJK SC"/>
                <a:cs typeface="Noto Sans CJK SC"/>
              </a:defRPr>
            </a:lvl1pPr>
            <a:lvl2pPr algn="l">
              <a:defRPr sz="2250" b="0">
                <a:solidFill>
                  <a:srgbClr val="64686C"/>
                </a:solidFill>
                <a:latin typeface="Noto Sans CJK SC"/>
                <a:ea typeface="Noto Sans CJK SC"/>
                <a:cs typeface="Noto Sans CJK SC"/>
              </a:defRPr>
            </a:lvl2pPr>
            <a:lvl3pPr algn="l">
              <a:defRPr sz="2250" b="0">
                <a:solidFill>
                  <a:srgbClr val="64686C"/>
                </a:solidFill>
                <a:latin typeface="Noto Sans CJK SC"/>
                <a:ea typeface="Noto Sans CJK SC"/>
                <a:cs typeface="Noto Sans CJK SC"/>
              </a:defRPr>
            </a:lvl3pPr>
            <a:lvl4pPr algn="l">
              <a:defRPr sz="2250" b="0">
                <a:solidFill>
                  <a:srgbClr val="64686C"/>
                </a:solidFill>
                <a:latin typeface="Noto Sans CJK SC"/>
                <a:ea typeface="Noto Sans CJK SC"/>
                <a:cs typeface="Noto Sans CJK SC"/>
              </a:defRPr>
            </a:lvl4pPr>
            <a:lvl5pPr algn="l">
              <a:defRPr sz="2250" b="0">
                <a:solidFill>
                  <a:srgbClr val="64686C"/>
                </a:solidFill>
                <a:latin typeface="Noto Sans CJK SC"/>
                <a:ea typeface="Noto Sans CJK SC"/>
                <a:cs typeface="Noto Sans CJK SC"/>
              </a:defRPr>
            </a:lvl5pPr>
            <a:lvl6pPr algn="l">
              <a:defRPr sz="2250" b="0">
                <a:solidFill>
                  <a:srgbClr val="64686C"/>
                </a:solidFill>
                <a:latin typeface="Noto Sans CJK SC"/>
                <a:ea typeface="Noto Sans CJK SC"/>
                <a:cs typeface="Noto Sans CJK SC"/>
              </a:defRPr>
            </a:lvl6pPr>
            <a:lvl7pPr algn="l">
              <a:defRPr sz="2250" b="0">
                <a:solidFill>
                  <a:srgbClr val="64686C"/>
                </a:solidFill>
                <a:latin typeface="Noto Sans CJK SC"/>
                <a:ea typeface="Noto Sans CJK SC"/>
                <a:cs typeface="Noto Sans CJK SC"/>
              </a:defRPr>
            </a:lvl7pPr>
            <a:lvl8pPr algn="l">
              <a:defRPr sz="2250" b="0">
                <a:solidFill>
                  <a:srgbClr val="64686C"/>
                </a:solidFill>
                <a:latin typeface="Noto Sans CJK SC"/>
                <a:ea typeface="Noto Sans CJK SC"/>
                <a:cs typeface="Noto Sans CJK SC"/>
              </a:defRPr>
            </a:lvl8pPr>
            <a:lvl9pPr algn="l">
              <a:defRPr sz="2250" b="0">
                <a:solidFill>
                  <a:srgbClr val="64686C"/>
                </a:solidFill>
                <a:latin typeface="Noto Sans CJK SC"/>
                <a:ea typeface="Noto Sans CJK SC"/>
                <a:cs typeface="Noto Sans CJK SC"/>
              </a:defRPr>
            </a:lvl9pPr>
          </a:lstStyle>
          <a:p>
            <a:pPr algn="l">
              <a:defRPr sz="2250" b="0">
                <a:solidFill>
                  <a:srgbClr val="64686C"/>
                </a:solidFill>
                <a:latin typeface="Noto Sans CJK SC"/>
                <a:ea typeface="Noto Sans CJK SC"/>
                <a:cs typeface="Noto Sans CJK SC"/>
              </a:defRPr>
            </a:pPr>
            <a:r>
              <a:rPr sz="2250" b="0">
                <a:solidFill>
                  <a:srgbClr val="64686C"/>
                </a:solidFill>
                <a:latin typeface="Noto Sans CJK SC"/>
                <a:ea typeface="Noto Sans CJK SC"/>
                <a:cs typeface="Noto Sans CJK SC"/>
              </a:rPr>
              <a:t>匹配当前观察，改变执行历史</a:t>
            </a:r>
          </a:p>
        </p:txBody>
      </p:sp>
      <p:sp>
        <p:nvSpPr>
          <p:cNvPr id="21" name="history-unchecked">
            <a:extLst>
              <a:ext uri="{FF2B5EF4-FFF2-40B4-BE49-F238E27FC236}">
                <a16:creationId xmlns:a16="http://schemas.microsoft.com/office/drawing/2014/main" id="{3EFAA790-7ED8-40BE-8A07-932513169E27}"/>
              </a:ext>
            </a:extLst>
          </p:cNvPr>
          <p:cNvSpPr>
            <a:spLocks noGrp="1"/>
          </p:cNvSpPr>
          <p:nvPr/>
        </p:nvSpPr>
        <p:spPr>
          <a:xfrm>
            <a:off x="5667375" y="1971675"/>
            <a:ext cx="2667000" cy="619125"/>
          </a:xfrm>
          <a:prstGeom prst="rect">
            <a:avLst/>
          </a:prstGeom>
          <a:solidFill>
            <a:srgbClr val="EEF4F0"/>
          </a:solidFill>
          <a:ln w="17145">
            <a:solidFill>
              <a:srgbClr val="427568"/>
            </a:solidFill>
            <a:prstDash val="solid"/>
          </a:ln>
        </p:spPr>
      </p:sp>
      <p:sp>
        <p:nvSpPr>
          <p:cNvPr id="22" name="history-unchecked-text">
            <a:extLst>
              <a:ext uri="{FF2B5EF4-FFF2-40B4-BE49-F238E27FC236}">
                <a16:creationId xmlns:a16="http://schemas.microsoft.com/office/drawing/2014/main" id="{9A5F9369-A165-4004-B3E4-29741FAB7ACE}"/>
              </a:ext>
            </a:extLst>
          </p:cNvPr>
          <p:cNvSpPr>
            <a:spLocks noGrp="1"/>
          </p:cNvSpPr>
          <p:nvPr/>
        </p:nvSpPr>
        <p:spPr>
          <a:xfrm>
            <a:off x="5762625" y="2019300"/>
            <a:ext cx="2476500" cy="523875"/>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历史：A未核验</a:t>
            </a:r>
          </a:p>
        </p:txBody>
      </p:sp>
      <p:sp>
        <p:nvSpPr>
          <p:cNvPr id="23" name="history-checked">
            <a:extLst>
              <a:ext uri="{FF2B5EF4-FFF2-40B4-BE49-F238E27FC236}">
                <a16:creationId xmlns:a16="http://schemas.microsoft.com/office/drawing/2014/main" id="{4B835C4B-4B7D-4FDB-B6B9-EE8728C3B6A9}"/>
              </a:ext>
            </a:extLst>
          </p:cNvPr>
          <p:cNvSpPr>
            <a:spLocks noGrp="1"/>
          </p:cNvSpPr>
          <p:nvPr/>
        </p:nvSpPr>
        <p:spPr>
          <a:xfrm>
            <a:off x="5667375" y="3162300"/>
            <a:ext cx="2667000" cy="619125"/>
          </a:xfrm>
          <a:prstGeom prst="rect">
            <a:avLst/>
          </a:prstGeom>
          <a:solidFill>
            <a:srgbClr val="EEF4F0"/>
          </a:solidFill>
          <a:ln w="17145">
            <a:solidFill>
              <a:srgbClr val="427568"/>
            </a:solidFill>
            <a:prstDash val="solid"/>
          </a:ln>
        </p:spPr>
      </p:sp>
      <p:sp>
        <p:nvSpPr>
          <p:cNvPr id="24" name="history-checked-text">
            <a:extLst>
              <a:ext uri="{FF2B5EF4-FFF2-40B4-BE49-F238E27FC236}">
                <a16:creationId xmlns:a16="http://schemas.microsoft.com/office/drawing/2014/main" id="{1B66C34B-8377-473E-BB60-B6EE712BA4D4}"/>
              </a:ext>
            </a:extLst>
          </p:cNvPr>
          <p:cNvSpPr>
            <a:spLocks noGrp="1"/>
          </p:cNvSpPr>
          <p:nvPr/>
        </p:nvSpPr>
        <p:spPr>
          <a:xfrm>
            <a:off x="5762625" y="3209925"/>
            <a:ext cx="2476500" cy="523875"/>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历史：A已核验</a:t>
            </a:r>
          </a:p>
        </p:txBody>
      </p:sp>
      <p:sp>
        <p:nvSpPr>
          <p:cNvPr id="25" name="plus-a">
            <a:extLst>
              <a:ext uri="{FF2B5EF4-FFF2-40B4-BE49-F238E27FC236}">
                <a16:creationId xmlns:a16="http://schemas.microsoft.com/office/drawing/2014/main" id="{D2787D2A-8EB7-439F-934D-1064574032E1}"/>
              </a:ext>
            </a:extLst>
          </p:cNvPr>
          <p:cNvSpPr>
            <a:spLocks noGrp="1"/>
          </p:cNvSpPr>
          <p:nvPr/>
        </p:nvSpPr>
        <p:spPr>
          <a:xfrm>
            <a:off x="8439150" y="2085975"/>
            <a:ext cx="381000" cy="409575"/>
          </a:xfrm>
          <a:prstGeom prst="rect">
            <a:avLst/>
          </a:prstGeom>
          <a:noFill/>
          <a:ln w="0">
            <a:noFill/>
          </a:ln>
        </p:spPr>
        <p:txBody>
          <a:bodyPr wrap="none" lIns="0" tIns="0" rIns="0" bIns="0" anchor="ctr">
            <a:noAutofit/>
          </a:bodyPr>
          <a:lstStyle>
            <a:defPPr algn="ctr">
              <a:defRPr sz="2400" b="0">
                <a:solidFill>
                  <a:srgbClr val="64686C"/>
                </a:solidFill>
                <a:latin typeface="Noto Sans CJK SC"/>
                <a:ea typeface="Noto Sans CJK SC"/>
                <a:cs typeface="Noto Sans CJK SC"/>
              </a:defRPr>
            </a:defPPr>
            <a:lvl1pPr algn="ctr">
              <a:defRPr sz="2400" b="0">
                <a:solidFill>
                  <a:srgbClr val="64686C"/>
                </a:solidFill>
                <a:latin typeface="Noto Sans CJK SC"/>
                <a:ea typeface="Noto Sans CJK SC"/>
                <a:cs typeface="Noto Sans CJK SC"/>
              </a:defRPr>
            </a:lvl1pPr>
            <a:lvl2pPr algn="ctr">
              <a:defRPr sz="2400" b="0">
                <a:solidFill>
                  <a:srgbClr val="64686C"/>
                </a:solidFill>
                <a:latin typeface="Noto Sans CJK SC"/>
                <a:ea typeface="Noto Sans CJK SC"/>
                <a:cs typeface="Noto Sans CJK SC"/>
              </a:defRPr>
            </a:lvl2pPr>
            <a:lvl3pPr algn="ctr">
              <a:defRPr sz="2400" b="0">
                <a:solidFill>
                  <a:srgbClr val="64686C"/>
                </a:solidFill>
                <a:latin typeface="Noto Sans CJK SC"/>
                <a:ea typeface="Noto Sans CJK SC"/>
                <a:cs typeface="Noto Sans CJK SC"/>
              </a:defRPr>
            </a:lvl3pPr>
            <a:lvl4pPr algn="ctr">
              <a:defRPr sz="2400" b="0">
                <a:solidFill>
                  <a:srgbClr val="64686C"/>
                </a:solidFill>
                <a:latin typeface="Noto Sans CJK SC"/>
                <a:ea typeface="Noto Sans CJK SC"/>
                <a:cs typeface="Noto Sans CJK SC"/>
              </a:defRPr>
            </a:lvl4pPr>
            <a:lvl5pPr algn="ctr">
              <a:defRPr sz="2400" b="0">
                <a:solidFill>
                  <a:srgbClr val="64686C"/>
                </a:solidFill>
                <a:latin typeface="Noto Sans CJK SC"/>
                <a:ea typeface="Noto Sans CJK SC"/>
                <a:cs typeface="Noto Sans CJK SC"/>
              </a:defRPr>
            </a:lvl5pPr>
            <a:lvl6pPr algn="ctr">
              <a:defRPr sz="2400" b="0">
                <a:solidFill>
                  <a:srgbClr val="64686C"/>
                </a:solidFill>
                <a:latin typeface="Noto Sans CJK SC"/>
                <a:ea typeface="Noto Sans CJK SC"/>
                <a:cs typeface="Noto Sans CJK SC"/>
              </a:defRPr>
            </a:lvl6pPr>
            <a:lvl7pPr algn="ctr">
              <a:defRPr sz="2400" b="0">
                <a:solidFill>
                  <a:srgbClr val="64686C"/>
                </a:solidFill>
                <a:latin typeface="Noto Sans CJK SC"/>
                <a:ea typeface="Noto Sans CJK SC"/>
                <a:cs typeface="Noto Sans CJK SC"/>
              </a:defRPr>
            </a:lvl7pPr>
            <a:lvl8pPr algn="ctr">
              <a:defRPr sz="2400" b="0">
                <a:solidFill>
                  <a:srgbClr val="64686C"/>
                </a:solidFill>
                <a:latin typeface="Noto Sans CJK SC"/>
                <a:ea typeface="Noto Sans CJK SC"/>
                <a:cs typeface="Noto Sans CJK SC"/>
              </a:defRPr>
            </a:lvl8pPr>
            <a:lvl9pPr algn="ctr">
              <a:defRPr sz="2400" b="0">
                <a:solidFill>
                  <a:srgbClr val="64686C"/>
                </a:solidFill>
                <a:latin typeface="Noto Sans CJK SC"/>
                <a:ea typeface="Noto Sans CJK SC"/>
                <a:cs typeface="Noto Sans CJK SC"/>
              </a:defRPr>
            </a:lvl9pPr>
          </a:lstStyle>
          <a:p>
            <a:pPr algn="ctr">
              <a:defRPr sz="2400" b="0">
                <a:solidFill>
                  <a:srgbClr val="64686C"/>
                </a:solidFill>
                <a:latin typeface="Noto Sans CJK SC"/>
                <a:ea typeface="Noto Sans CJK SC"/>
                <a:cs typeface="Noto Sans CJK SC"/>
              </a:defRPr>
            </a:pPr>
            <a:r>
              <a:rPr sz="2400" b="0">
                <a:solidFill>
                  <a:srgbClr val="64686C"/>
                </a:solidFill>
                <a:latin typeface="Noto Sans CJK SC"/>
                <a:ea typeface="Noto Sans CJK SC"/>
                <a:cs typeface="Noto Sans CJK SC"/>
              </a:rPr>
              <a:t>＋</a:t>
            </a:r>
          </a:p>
        </p:txBody>
      </p:sp>
      <p:sp>
        <p:nvSpPr>
          <p:cNvPr id="26" name="plus-b">
            <a:extLst>
              <a:ext uri="{FF2B5EF4-FFF2-40B4-BE49-F238E27FC236}">
                <a16:creationId xmlns:a16="http://schemas.microsoft.com/office/drawing/2014/main" id="{453190F9-E0E1-471F-9286-F53E9CCE9E31}"/>
              </a:ext>
            </a:extLst>
          </p:cNvPr>
          <p:cNvSpPr>
            <a:spLocks noGrp="1"/>
          </p:cNvSpPr>
          <p:nvPr/>
        </p:nvSpPr>
        <p:spPr>
          <a:xfrm>
            <a:off x="8439150" y="3267075"/>
            <a:ext cx="381000" cy="409575"/>
          </a:xfrm>
          <a:prstGeom prst="rect">
            <a:avLst/>
          </a:prstGeom>
          <a:noFill/>
          <a:ln w="0">
            <a:noFill/>
          </a:ln>
        </p:spPr>
        <p:txBody>
          <a:bodyPr wrap="none" lIns="0" tIns="0" rIns="0" bIns="0" anchor="ctr">
            <a:noAutofit/>
          </a:bodyPr>
          <a:lstStyle>
            <a:defPPr algn="ctr">
              <a:defRPr sz="2400" b="0">
                <a:solidFill>
                  <a:srgbClr val="64686C"/>
                </a:solidFill>
                <a:latin typeface="Noto Sans CJK SC"/>
                <a:ea typeface="Noto Sans CJK SC"/>
                <a:cs typeface="Noto Sans CJK SC"/>
              </a:defRPr>
            </a:defPPr>
            <a:lvl1pPr algn="ctr">
              <a:defRPr sz="2400" b="0">
                <a:solidFill>
                  <a:srgbClr val="64686C"/>
                </a:solidFill>
                <a:latin typeface="Noto Sans CJK SC"/>
                <a:ea typeface="Noto Sans CJK SC"/>
                <a:cs typeface="Noto Sans CJK SC"/>
              </a:defRPr>
            </a:lvl1pPr>
            <a:lvl2pPr algn="ctr">
              <a:defRPr sz="2400" b="0">
                <a:solidFill>
                  <a:srgbClr val="64686C"/>
                </a:solidFill>
                <a:latin typeface="Noto Sans CJK SC"/>
                <a:ea typeface="Noto Sans CJK SC"/>
                <a:cs typeface="Noto Sans CJK SC"/>
              </a:defRPr>
            </a:lvl2pPr>
            <a:lvl3pPr algn="ctr">
              <a:defRPr sz="2400" b="0">
                <a:solidFill>
                  <a:srgbClr val="64686C"/>
                </a:solidFill>
                <a:latin typeface="Noto Sans CJK SC"/>
                <a:ea typeface="Noto Sans CJK SC"/>
                <a:cs typeface="Noto Sans CJK SC"/>
              </a:defRPr>
            </a:lvl3pPr>
            <a:lvl4pPr algn="ctr">
              <a:defRPr sz="2400" b="0">
                <a:solidFill>
                  <a:srgbClr val="64686C"/>
                </a:solidFill>
                <a:latin typeface="Noto Sans CJK SC"/>
                <a:ea typeface="Noto Sans CJK SC"/>
                <a:cs typeface="Noto Sans CJK SC"/>
              </a:defRPr>
            </a:lvl4pPr>
            <a:lvl5pPr algn="ctr">
              <a:defRPr sz="2400" b="0">
                <a:solidFill>
                  <a:srgbClr val="64686C"/>
                </a:solidFill>
                <a:latin typeface="Noto Sans CJK SC"/>
                <a:ea typeface="Noto Sans CJK SC"/>
                <a:cs typeface="Noto Sans CJK SC"/>
              </a:defRPr>
            </a:lvl5pPr>
            <a:lvl6pPr algn="ctr">
              <a:defRPr sz="2400" b="0">
                <a:solidFill>
                  <a:srgbClr val="64686C"/>
                </a:solidFill>
                <a:latin typeface="Noto Sans CJK SC"/>
                <a:ea typeface="Noto Sans CJK SC"/>
                <a:cs typeface="Noto Sans CJK SC"/>
              </a:defRPr>
            </a:lvl6pPr>
            <a:lvl7pPr algn="ctr">
              <a:defRPr sz="2400" b="0">
                <a:solidFill>
                  <a:srgbClr val="64686C"/>
                </a:solidFill>
                <a:latin typeface="Noto Sans CJK SC"/>
                <a:ea typeface="Noto Sans CJK SC"/>
                <a:cs typeface="Noto Sans CJK SC"/>
              </a:defRPr>
            </a:lvl7pPr>
            <a:lvl8pPr algn="ctr">
              <a:defRPr sz="2400" b="0">
                <a:solidFill>
                  <a:srgbClr val="64686C"/>
                </a:solidFill>
                <a:latin typeface="Noto Sans CJK SC"/>
                <a:ea typeface="Noto Sans CJK SC"/>
                <a:cs typeface="Noto Sans CJK SC"/>
              </a:defRPr>
            </a:lvl8pPr>
            <a:lvl9pPr algn="ctr">
              <a:defRPr sz="2400" b="0">
                <a:solidFill>
                  <a:srgbClr val="64686C"/>
                </a:solidFill>
                <a:latin typeface="Noto Sans CJK SC"/>
                <a:ea typeface="Noto Sans CJK SC"/>
                <a:cs typeface="Noto Sans CJK SC"/>
              </a:defRPr>
            </a:lvl9pPr>
          </a:lstStyle>
          <a:p>
            <a:pPr algn="ctr">
              <a:defRPr sz="2400" b="0">
                <a:solidFill>
                  <a:srgbClr val="64686C"/>
                </a:solidFill>
                <a:latin typeface="Noto Sans CJK SC"/>
                <a:ea typeface="Noto Sans CJK SC"/>
                <a:cs typeface="Noto Sans CJK SC"/>
              </a:defRPr>
            </a:pPr>
            <a:r>
              <a:rPr sz="2400" b="0">
                <a:solidFill>
                  <a:srgbClr val="64686C"/>
                </a:solidFill>
                <a:latin typeface="Noto Sans CJK SC"/>
                <a:ea typeface="Noto Sans CJK SC"/>
                <a:cs typeface="Noto Sans CJK SC"/>
              </a:rPr>
              <a:t>＋</a:t>
            </a:r>
          </a:p>
        </p:txBody>
      </p:sp>
      <p:sp>
        <p:nvSpPr>
          <p:cNvPr id="27" name="observation-a">
            <a:extLst>
              <a:ext uri="{FF2B5EF4-FFF2-40B4-BE49-F238E27FC236}">
                <a16:creationId xmlns:a16="http://schemas.microsoft.com/office/drawing/2014/main" id="{304BA5C6-176D-4DF8-A939-9207AC7D3196}"/>
              </a:ext>
            </a:extLst>
          </p:cNvPr>
          <p:cNvSpPr>
            <a:spLocks noGrp="1"/>
          </p:cNvSpPr>
          <p:nvPr/>
        </p:nvSpPr>
        <p:spPr>
          <a:xfrm>
            <a:off x="8972550" y="1971675"/>
            <a:ext cx="2238375" cy="619125"/>
          </a:xfrm>
          <a:prstGeom prst="rect">
            <a:avLst/>
          </a:prstGeom>
          <a:solidFill>
            <a:srgbClr val="F4F5F5"/>
          </a:solidFill>
          <a:ln w="17145">
            <a:solidFill>
              <a:srgbClr val="A6AAAD"/>
            </a:solidFill>
            <a:prstDash val="solid"/>
          </a:ln>
        </p:spPr>
      </p:sp>
      <p:sp>
        <p:nvSpPr>
          <p:cNvPr id="28" name="observation-a-text">
            <a:extLst>
              <a:ext uri="{FF2B5EF4-FFF2-40B4-BE49-F238E27FC236}">
                <a16:creationId xmlns:a16="http://schemas.microsoft.com/office/drawing/2014/main" id="{1CB2CA23-DE47-43E0-A58D-FD8ADCD76A98}"/>
              </a:ext>
            </a:extLst>
          </p:cNvPr>
          <p:cNvSpPr>
            <a:spLocks noGrp="1"/>
          </p:cNvSpPr>
          <p:nvPr/>
        </p:nvSpPr>
        <p:spPr>
          <a:xfrm>
            <a:off x="9067800" y="2019300"/>
            <a:ext cx="2047875" cy="523875"/>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当前观察</a:t>
            </a:r>
          </a:p>
        </p:txBody>
      </p:sp>
      <p:sp>
        <p:nvSpPr>
          <p:cNvPr id="29" name="observation-b">
            <a:extLst>
              <a:ext uri="{FF2B5EF4-FFF2-40B4-BE49-F238E27FC236}">
                <a16:creationId xmlns:a16="http://schemas.microsoft.com/office/drawing/2014/main" id="{0A87C90C-7FB6-4A80-92C0-00BB3F17B1D4}"/>
              </a:ext>
            </a:extLst>
          </p:cNvPr>
          <p:cNvSpPr>
            <a:spLocks noGrp="1"/>
          </p:cNvSpPr>
          <p:nvPr/>
        </p:nvSpPr>
        <p:spPr>
          <a:xfrm>
            <a:off x="8972550" y="3162300"/>
            <a:ext cx="2238375" cy="619125"/>
          </a:xfrm>
          <a:prstGeom prst="rect">
            <a:avLst/>
          </a:prstGeom>
          <a:solidFill>
            <a:srgbClr val="F4F5F5"/>
          </a:solidFill>
          <a:ln w="17145">
            <a:solidFill>
              <a:srgbClr val="A6AAAD"/>
            </a:solidFill>
            <a:prstDash val="solid"/>
          </a:ln>
        </p:spPr>
      </p:sp>
      <p:sp>
        <p:nvSpPr>
          <p:cNvPr id="30" name="observation-b-text">
            <a:extLst>
              <a:ext uri="{FF2B5EF4-FFF2-40B4-BE49-F238E27FC236}">
                <a16:creationId xmlns:a16="http://schemas.microsoft.com/office/drawing/2014/main" id="{A6E0E582-381B-49C7-8E3E-0BFF6CE705DD}"/>
              </a:ext>
            </a:extLst>
          </p:cNvPr>
          <p:cNvSpPr>
            <a:spLocks noGrp="1"/>
          </p:cNvSpPr>
          <p:nvPr/>
        </p:nvSpPr>
        <p:spPr>
          <a:xfrm>
            <a:off x="9067800" y="3209925"/>
            <a:ext cx="2047875" cy="523875"/>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当前观察</a:t>
            </a:r>
          </a:p>
        </p:txBody>
      </p:sp>
      <p:sp>
        <p:nvSpPr>
          <p:cNvPr id="31" name="approximately-same">
            <a:extLst>
              <a:ext uri="{FF2B5EF4-FFF2-40B4-BE49-F238E27FC236}">
                <a16:creationId xmlns:a16="http://schemas.microsoft.com/office/drawing/2014/main" id="{DF4BCDF6-DCF7-4D66-80CE-95B74486828F}"/>
              </a:ext>
            </a:extLst>
          </p:cNvPr>
          <p:cNvSpPr>
            <a:spLocks noGrp="1"/>
          </p:cNvSpPr>
          <p:nvPr/>
        </p:nvSpPr>
        <p:spPr>
          <a:xfrm>
            <a:off x="9591675" y="2657475"/>
            <a:ext cx="1000125" cy="428625"/>
          </a:xfrm>
          <a:prstGeom prst="rect">
            <a:avLst/>
          </a:prstGeom>
          <a:noFill/>
          <a:ln w="0">
            <a:noFill/>
          </a:ln>
        </p:spPr>
        <p:txBody>
          <a:bodyPr wrap="none" lIns="0" tIns="0" rIns="0" bIns="0" anchor="ctr">
            <a:noAutofit/>
          </a:bodyPr>
          <a:lstStyle>
            <a:defPPr algn="ctr">
              <a:defRPr sz="2925" b="0">
                <a:solidFill>
                  <a:srgbClr val="64686C"/>
                </a:solidFill>
                <a:latin typeface="Noto Sans CJK SC"/>
                <a:ea typeface="Noto Sans CJK SC"/>
                <a:cs typeface="Noto Sans CJK SC"/>
              </a:defRPr>
            </a:defPPr>
            <a:lvl1pPr algn="ctr">
              <a:defRPr sz="2925" b="0">
                <a:solidFill>
                  <a:srgbClr val="64686C"/>
                </a:solidFill>
                <a:latin typeface="Noto Sans CJK SC"/>
                <a:ea typeface="Noto Sans CJK SC"/>
                <a:cs typeface="Noto Sans CJK SC"/>
              </a:defRPr>
            </a:lvl1pPr>
            <a:lvl2pPr algn="ctr">
              <a:defRPr sz="2925" b="0">
                <a:solidFill>
                  <a:srgbClr val="64686C"/>
                </a:solidFill>
                <a:latin typeface="Noto Sans CJK SC"/>
                <a:ea typeface="Noto Sans CJK SC"/>
                <a:cs typeface="Noto Sans CJK SC"/>
              </a:defRPr>
            </a:lvl2pPr>
            <a:lvl3pPr algn="ctr">
              <a:defRPr sz="2925" b="0">
                <a:solidFill>
                  <a:srgbClr val="64686C"/>
                </a:solidFill>
                <a:latin typeface="Noto Sans CJK SC"/>
                <a:ea typeface="Noto Sans CJK SC"/>
                <a:cs typeface="Noto Sans CJK SC"/>
              </a:defRPr>
            </a:lvl3pPr>
            <a:lvl4pPr algn="ctr">
              <a:defRPr sz="2925" b="0">
                <a:solidFill>
                  <a:srgbClr val="64686C"/>
                </a:solidFill>
                <a:latin typeface="Noto Sans CJK SC"/>
                <a:ea typeface="Noto Sans CJK SC"/>
                <a:cs typeface="Noto Sans CJK SC"/>
              </a:defRPr>
            </a:lvl4pPr>
            <a:lvl5pPr algn="ctr">
              <a:defRPr sz="2925" b="0">
                <a:solidFill>
                  <a:srgbClr val="64686C"/>
                </a:solidFill>
                <a:latin typeface="Noto Sans CJK SC"/>
                <a:ea typeface="Noto Sans CJK SC"/>
                <a:cs typeface="Noto Sans CJK SC"/>
              </a:defRPr>
            </a:lvl5pPr>
            <a:lvl6pPr algn="ctr">
              <a:defRPr sz="2925" b="0">
                <a:solidFill>
                  <a:srgbClr val="64686C"/>
                </a:solidFill>
                <a:latin typeface="Noto Sans CJK SC"/>
                <a:ea typeface="Noto Sans CJK SC"/>
                <a:cs typeface="Noto Sans CJK SC"/>
              </a:defRPr>
            </a:lvl6pPr>
            <a:lvl7pPr algn="ctr">
              <a:defRPr sz="2925" b="0">
                <a:solidFill>
                  <a:srgbClr val="64686C"/>
                </a:solidFill>
                <a:latin typeface="Noto Sans CJK SC"/>
                <a:ea typeface="Noto Sans CJK SC"/>
                <a:cs typeface="Noto Sans CJK SC"/>
              </a:defRPr>
            </a:lvl7pPr>
            <a:lvl8pPr algn="ctr">
              <a:defRPr sz="2925" b="0">
                <a:solidFill>
                  <a:srgbClr val="64686C"/>
                </a:solidFill>
                <a:latin typeface="Noto Sans CJK SC"/>
                <a:ea typeface="Noto Sans CJK SC"/>
                <a:cs typeface="Noto Sans CJK SC"/>
              </a:defRPr>
            </a:lvl8pPr>
            <a:lvl9pPr algn="ctr">
              <a:defRPr sz="2925" b="0">
                <a:solidFill>
                  <a:srgbClr val="64686C"/>
                </a:solidFill>
                <a:latin typeface="Noto Sans CJK SC"/>
                <a:ea typeface="Noto Sans CJK SC"/>
                <a:cs typeface="Noto Sans CJK SC"/>
              </a:defRPr>
            </a:lvl9pPr>
          </a:lstStyle>
          <a:p>
            <a:pPr algn="ctr">
              <a:defRPr sz="2925" b="0">
                <a:solidFill>
                  <a:srgbClr val="64686C"/>
                </a:solidFill>
                <a:latin typeface="Noto Sans CJK SC"/>
                <a:ea typeface="Noto Sans CJK SC"/>
                <a:cs typeface="Noto Sans CJK SC"/>
              </a:defRPr>
            </a:pPr>
            <a:r>
              <a:rPr sz="2925" b="0">
                <a:solidFill>
                  <a:srgbClr val="64686C"/>
                </a:solidFill>
                <a:latin typeface="Noto Sans CJK SC"/>
                <a:ea typeface="Noto Sans CJK SC"/>
                <a:cs typeface="Noto Sans CJK SC"/>
              </a:rPr>
              <a:t>≈</a:t>
            </a:r>
          </a:p>
        </p:txBody>
      </p:sp>
      <p:cxnSp>
        <p:nvCxnSpPr>
          <p:cNvPr id="32" name="case-a-next">
            <a:extLst>
              <a:ext uri="{FF2B5EF4-FFF2-40B4-BE49-F238E27FC236}">
                <a16:creationId xmlns:a16="http://schemas.microsoft.com/office/drawing/2014/main" id="{A90EA2E5-B1FE-43AD-9814-0AF67233C130}"/>
              </a:ext>
            </a:extLst>
          </p:cNvPr>
          <p:cNvCxnSpPr/>
          <p:nvPr/>
        </p:nvCxnSpPr>
        <p:spPr>
          <a:xfrm flipH="0" flipV="0">
            <a:off x="11210925" y="2286000"/>
            <a:ext cx="742950" cy="0"/>
          </a:xfrm>
          <a:prstGeom prst="straightConnector1">
            <a:avLst/>
          </a:prstGeom>
          <a:ln w="20955">
            <a:solidFill>
              <a:srgbClr val="64686C"/>
            </a:solidFill>
            <a:prstDash val="solid"/>
            <a:tailEnd type="triangle" w="med" len="med"/>
          </a:ln>
        </p:spPr>
      </p:cxnSp>
      <p:cxnSp>
        <p:nvCxnSpPr>
          <p:cNvPr id="33" name="case-b-next">
            <a:extLst>
              <a:ext uri="{FF2B5EF4-FFF2-40B4-BE49-F238E27FC236}">
                <a16:creationId xmlns:a16="http://schemas.microsoft.com/office/drawing/2014/main" id="{C0D3236B-17C2-47F2-80B2-F5338108F08B}"/>
              </a:ext>
            </a:extLst>
          </p:cNvPr>
          <p:cNvCxnSpPr/>
          <p:nvPr/>
        </p:nvCxnSpPr>
        <p:spPr>
          <a:xfrm flipH="0" flipV="0">
            <a:off x="11210925" y="3476625"/>
            <a:ext cx="742950" cy="0"/>
          </a:xfrm>
          <a:prstGeom prst="straightConnector1">
            <a:avLst/>
          </a:prstGeom>
          <a:ln w="20955">
            <a:solidFill>
              <a:srgbClr val="64686C"/>
            </a:solidFill>
            <a:prstDash val="solid"/>
            <a:tailEnd type="triangle" w="med" len="med"/>
          </a:ln>
        </p:spPr>
      </p:cxnSp>
      <p:sp>
        <p:nvSpPr>
          <p:cNvPr id="34" name="correct-next-a">
            <a:extLst>
              <a:ext uri="{FF2B5EF4-FFF2-40B4-BE49-F238E27FC236}">
                <a16:creationId xmlns:a16="http://schemas.microsoft.com/office/drawing/2014/main" id="{E65EBF44-8C42-4880-A506-1FE0ABB007EA}"/>
              </a:ext>
            </a:extLst>
          </p:cNvPr>
          <p:cNvSpPr>
            <a:spLocks noGrp="1"/>
          </p:cNvSpPr>
          <p:nvPr/>
        </p:nvSpPr>
        <p:spPr>
          <a:xfrm>
            <a:off x="11953875" y="1971675"/>
            <a:ext cx="2828925" cy="619125"/>
          </a:xfrm>
          <a:prstGeom prst="rect">
            <a:avLst/>
          </a:prstGeom>
          <a:solidFill>
            <a:srgbClr val="EAF1F6"/>
          </a:solidFill>
          <a:ln w="17145">
            <a:solidFill>
              <a:srgbClr val="315E80"/>
            </a:solidFill>
            <a:prstDash val="solid"/>
          </a:ln>
        </p:spPr>
      </p:sp>
      <p:sp>
        <p:nvSpPr>
          <p:cNvPr id="35" name="correct-next-a-text">
            <a:extLst>
              <a:ext uri="{FF2B5EF4-FFF2-40B4-BE49-F238E27FC236}">
                <a16:creationId xmlns:a16="http://schemas.microsoft.com/office/drawing/2014/main" id="{12A3DDAF-CA8B-4477-907A-5545F92A3185}"/>
              </a:ext>
            </a:extLst>
          </p:cNvPr>
          <p:cNvSpPr>
            <a:spLocks noGrp="1"/>
          </p:cNvSpPr>
          <p:nvPr/>
        </p:nvSpPr>
        <p:spPr>
          <a:xfrm>
            <a:off x="12049125" y="2019300"/>
            <a:ext cx="2638425" cy="523875"/>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下一步处理A</a:t>
            </a:r>
          </a:p>
        </p:txBody>
      </p:sp>
      <p:sp>
        <p:nvSpPr>
          <p:cNvPr id="36" name="correct-next-b">
            <a:extLst>
              <a:ext uri="{FF2B5EF4-FFF2-40B4-BE49-F238E27FC236}">
                <a16:creationId xmlns:a16="http://schemas.microsoft.com/office/drawing/2014/main" id="{A3EBB649-8C6E-4C90-8673-09A367F2CF4B}"/>
              </a:ext>
            </a:extLst>
          </p:cNvPr>
          <p:cNvSpPr>
            <a:spLocks noGrp="1"/>
          </p:cNvSpPr>
          <p:nvPr/>
        </p:nvSpPr>
        <p:spPr>
          <a:xfrm>
            <a:off x="11953875" y="3162300"/>
            <a:ext cx="2828925" cy="619125"/>
          </a:xfrm>
          <a:prstGeom prst="rect">
            <a:avLst/>
          </a:prstGeom>
          <a:solidFill>
            <a:srgbClr val="EAF1F6"/>
          </a:solidFill>
          <a:ln w="17145">
            <a:solidFill>
              <a:srgbClr val="315E80"/>
            </a:solidFill>
            <a:prstDash val="solid"/>
          </a:ln>
        </p:spPr>
      </p:sp>
      <p:sp>
        <p:nvSpPr>
          <p:cNvPr id="37" name="correct-next-b-text">
            <a:extLst>
              <a:ext uri="{FF2B5EF4-FFF2-40B4-BE49-F238E27FC236}">
                <a16:creationId xmlns:a16="http://schemas.microsoft.com/office/drawing/2014/main" id="{F4277ED9-331F-4257-8CC3-C2BF9214F48E}"/>
              </a:ext>
            </a:extLst>
          </p:cNvPr>
          <p:cNvSpPr>
            <a:spLocks noGrp="1"/>
          </p:cNvSpPr>
          <p:nvPr/>
        </p:nvSpPr>
        <p:spPr>
          <a:xfrm>
            <a:off x="12049125" y="3209925"/>
            <a:ext cx="2638425" cy="523875"/>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下一步处理B</a:t>
            </a:r>
          </a:p>
        </p:txBody>
      </p:sp>
      <p:sp>
        <p:nvSpPr>
          <p:cNvPr id="38" name="leakage-control">
            <a:extLst>
              <a:ext uri="{FF2B5EF4-FFF2-40B4-BE49-F238E27FC236}">
                <a16:creationId xmlns:a16="http://schemas.microsoft.com/office/drawing/2014/main" id="{E360D905-EDC8-4D9A-BA39-3FFCF4401B80}"/>
              </a:ext>
            </a:extLst>
          </p:cNvPr>
          <p:cNvSpPr>
            <a:spLocks noGrp="1"/>
          </p:cNvSpPr>
          <p:nvPr/>
        </p:nvSpPr>
        <p:spPr>
          <a:xfrm>
            <a:off x="5667375" y="3990975"/>
            <a:ext cx="9105900" cy="352425"/>
          </a:xfrm>
          <a:prstGeom prst="rect">
            <a:avLst/>
          </a:prstGeom>
          <a:noFill/>
          <a:ln w="0">
            <a:noFill/>
          </a:ln>
        </p:spPr>
        <p:txBody>
          <a:bodyPr wrap="none" lIns="0" tIns="0" rIns="0" bIns="0" anchor="ctr">
            <a:noAutofit/>
          </a:bodyPr>
          <a:lstStyle>
            <a:defPPr algn="l">
              <a:defRPr sz="2025" b="0">
                <a:solidFill>
                  <a:srgbClr val="64686C"/>
                </a:solidFill>
                <a:latin typeface="Noto Sans CJK SC"/>
                <a:ea typeface="Noto Sans CJK SC"/>
                <a:cs typeface="Noto Sans CJK SC"/>
              </a:defRPr>
            </a:defPPr>
            <a:lvl1pPr algn="l">
              <a:defRPr sz="2025" b="0">
                <a:solidFill>
                  <a:srgbClr val="64686C"/>
                </a:solidFill>
                <a:latin typeface="Noto Sans CJK SC"/>
                <a:ea typeface="Noto Sans CJK SC"/>
                <a:cs typeface="Noto Sans CJK SC"/>
              </a:defRPr>
            </a:lvl1pPr>
            <a:lvl2pPr algn="l">
              <a:defRPr sz="2025" b="0">
                <a:solidFill>
                  <a:srgbClr val="64686C"/>
                </a:solidFill>
                <a:latin typeface="Noto Sans CJK SC"/>
                <a:ea typeface="Noto Sans CJK SC"/>
                <a:cs typeface="Noto Sans CJK SC"/>
              </a:defRPr>
            </a:lvl2pPr>
            <a:lvl3pPr algn="l">
              <a:defRPr sz="2025" b="0">
                <a:solidFill>
                  <a:srgbClr val="64686C"/>
                </a:solidFill>
                <a:latin typeface="Noto Sans CJK SC"/>
                <a:ea typeface="Noto Sans CJK SC"/>
                <a:cs typeface="Noto Sans CJK SC"/>
              </a:defRPr>
            </a:lvl3pPr>
            <a:lvl4pPr algn="l">
              <a:defRPr sz="2025" b="0">
                <a:solidFill>
                  <a:srgbClr val="64686C"/>
                </a:solidFill>
                <a:latin typeface="Noto Sans CJK SC"/>
                <a:ea typeface="Noto Sans CJK SC"/>
                <a:cs typeface="Noto Sans CJK SC"/>
              </a:defRPr>
            </a:lvl4pPr>
            <a:lvl5pPr algn="l">
              <a:defRPr sz="2025" b="0">
                <a:solidFill>
                  <a:srgbClr val="64686C"/>
                </a:solidFill>
                <a:latin typeface="Noto Sans CJK SC"/>
                <a:ea typeface="Noto Sans CJK SC"/>
                <a:cs typeface="Noto Sans CJK SC"/>
              </a:defRPr>
            </a:lvl5pPr>
            <a:lvl6pPr algn="l">
              <a:defRPr sz="2025" b="0">
                <a:solidFill>
                  <a:srgbClr val="64686C"/>
                </a:solidFill>
                <a:latin typeface="Noto Sans CJK SC"/>
                <a:ea typeface="Noto Sans CJK SC"/>
                <a:cs typeface="Noto Sans CJK SC"/>
              </a:defRPr>
            </a:lvl6pPr>
            <a:lvl7pPr algn="l">
              <a:defRPr sz="2025" b="0">
                <a:solidFill>
                  <a:srgbClr val="64686C"/>
                </a:solidFill>
                <a:latin typeface="Noto Sans CJK SC"/>
                <a:ea typeface="Noto Sans CJK SC"/>
                <a:cs typeface="Noto Sans CJK SC"/>
              </a:defRPr>
            </a:lvl7pPr>
            <a:lvl8pPr algn="l">
              <a:defRPr sz="2025" b="0">
                <a:solidFill>
                  <a:srgbClr val="64686C"/>
                </a:solidFill>
                <a:latin typeface="Noto Sans CJK SC"/>
                <a:ea typeface="Noto Sans CJK SC"/>
                <a:cs typeface="Noto Sans CJK SC"/>
              </a:defRPr>
            </a:lvl8pPr>
            <a:lvl9pPr algn="l">
              <a:defRPr sz="2025" b="0">
                <a:solidFill>
                  <a:srgbClr val="64686C"/>
                </a:solidFill>
                <a:latin typeface="Noto Sans CJK SC"/>
                <a:ea typeface="Noto Sans CJK SC"/>
                <a:cs typeface="Noto Sans CJK SC"/>
              </a:defRPr>
            </a:lvl9pPr>
          </a:lstStyle>
          <a:p>
            <a:pPr algn="l">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排除位置、计时与目录线索</a:t>
            </a:r>
          </a:p>
        </p:txBody>
      </p:sp>
      <p:sp>
        <p:nvSpPr>
          <p:cNvPr id="39" name="baseline-prefix">
            <a:extLst>
              <a:ext uri="{FF2B5EF4-FFF2-40B4-BE49-F238E27FC236}">
                <a16:creationId xmlns:a16="http://schemas.microsoft.com/office/drawing/2014/main" id="{3F464F44-30B9-49AF-B9FB-70E26368898B}"/>
              </a:ext>
            </a:extLst>
          </p:cNvPr>
          <p:cNvSpPr>
            <a:spLocks noGrp="1"/>
          </p:cNvSpPr>
          <p:nvPr/>
        </p:nvSpPr>
        <p:spPr>
          <a:xfrm>
            <a:off x="5667375" y="4572000"/>
            <a:ext cx="3286125" cy="381000"/>
          </a:xfrm>
          <a:prstGeom prst="rect">
            <a:avLst/>
          </a:prstGeom>
          <a:noFill/>
          <a:ln w="0">
            <a:noFill/>
          </a:ln>
        </p:spPr>
        <p:txBody>
          <a:bodyPr wrap="none" lIns="0" tIns="0" rIns="0" bIns="0" anchor="ctr">
            <a:noAutofit/>
          </a:bodyPr>
          <a:lstStyle>
            <a:defPPr algn="l">
              <a:defRPr sz="2100" b="0">
                <a:solidFill>
                  <a:srgbClr val="64686C"/>
                </a:solidFill>
                <a:latin typeface="Noto Sans CJK SC"/>
                <a:ea typeface="Noto Sans CJK SC"/>
                <a:cs typeface="Noto Sans CJK SC"/>
              </a:defRPr>
            </a:defPPr>
            <a:lvl1pPr algn="l">
              <a:defRPr sz="2100" b="0">
                <a:solidFill>
                  <a:srgbClr val="64686C"/>
                </a:solidFill>
                <a:latin typeface="Noto Sans CJK SC"/>
                <a:ea typeface="Noto Sans CJK SC"/>
                <a:cs typeface="Noto Sans CJK SC"/>
              </a:defRPr>
            </a:lvl1pPr>
            <a:lvl2pPr algn="l">
              <a:defRPr sz="2100" b="0">
                <a:solidFill>
                  <a:srgbClr val="64686C"/>
                </a:solidFill>
                <a:latin typeface="Noto Sans CJK SC"/>
                <a:ea typeface="Noto Sans CJK SC"/>
                <a:cs typeface="Noto Sans CJK SC"/>
              </a:defRPr>
            </a:lvl2pPr>
            <a:lvl3pPr algn="l">
              <a:defRPr sz="2100" b="0">
                <a:solidFill>
                  <a:srgbClr val="64686C"/>
                </a:solidFill>
                <a:latin typeface="Noto Sans CJK SC"/>
                <a:ea typeface="Noto Sans CJK SC"/>
                <a:cs typeface="Noto Sans CJK SC"/>
              </a:defRPr>
            </a:lvl3pPr>
            <a:lvl4pPr algn="l">
              <a:defRPr sz="2100" b="0">
                <a:solidFill>
                  <a:srgbClr val="64686C"/>
                </a:solidFill>
                <a:latin typeface="Noto Sans CJK SC"/>
                <a:ea typeface="Noto Sans CJK SC"/>
                <a:cs typeface="Noto Sans CJK SC"/>
              </a:defRPr>
            </a:lvl4pPr>
            <a:lvl5pPr algn="l">
              <a:defRPr sz="2100" b="0">
                <a:solidFill>
                  <a:srgbClr val="64686C"/>
                </a:solidFill>
                <a:latin typeface="Noto Sans CJK SC"/>
                <a:ea typeface="Noto Sans CJK SC"/>
                <a:cs typeface="Noto Sans CJK SC"/>
              </a:defRPr>
            </a:lvl5pPr>
            <a:lvl6pPr algn="l">
              <a:defRPr sz="2100" b="0">
                <a:solidFill>
                  <a:srgbClr val="64686C"/>
                </a:solidFill>
                <a:latin typeface="Noto Sans CJK SC"/>
                <a:ea typeface="Noto Sans CJK SC"/>
                <a:cs typeface="Noto Sans CJK SC"/>
              </a:defRPr>
            </a:lvl6pPr>
            <a:lvl7pPr algn="l">
              <a:defRPr sz="2100" b="0">
                <a:solidFill>
                  <a:srgbClr val="64686C"/>
                </a:solidFill>
                <a:latin typeface="Noto Sans CJK SC"/>
                <a:ea typeface="Noto Sans CJK SC"/>
                <a:cs typeface="Noto Sans CJK SC"/>
              </a:defRPr>
            </a:lvl7pPr>
            <a:lvl8pPr algn="l">
              <a:defRPr sz="2100" b="0">
                <a:solidFill>
                  <a:srgbClr val="64686C"/>
                </a:solidFill>
                <a:latin typeface="Noto Sans CJK SC"/>
                <a:ea typeface="Noto Sans CJK SC"/>
                <a:cs typeface="Noto Sans CJK SC"/>
              </a:defRPr>
            </a:lvl8pPr>
            <a:lvl9pPr algn="l">
              <a:defRPr sz="2100" b="0">
                <a:solidFill>
                  <a:srgbClr val="64686C"/>
                </a:solidFill>
                <a:latin typeface="Noto Sans CJK SC"/>
                <a:ea typeface="Noto Sans CJK SC"/>
                <a:cs typeface="Noto Sans CJK SC"/>
              </a:defRPr>
            </a:lvl9pPr>
          </a:lstStyle>
          <a:p>
            <a:pPr algn="l">
              <a:defRPr sz="2100" b="0">
                <a:solidFill>
                  <a:srgbClr val="64686C"/>
                </a:solidFill>
                <a:latin typeface="Noto Sans CJK SC"/>
                <a:ea typeface="Noto Sans CJK SC"/>
                <a:cs typeface="Noto Sans CJK SC"/>
              </a:defRPr>
            </a:pPr>
            <a:r>
              <a:rPr sz="2100" b="0">
                <a:solidFill>
                  <a:srgbClr val="64686C"/>
                </a:solidFill>
                <a:latin typeface="Noto Sans CJK SC"/>
                <a:ea typeface="Noto Sans CJK SC"/>
                <a:cs typeface="Noto Sans CJK SC"/>
              </a:rPr>
              <a:t>同架构、同可见信息：</a:t>
            </a:r>
          </a:p>
        </p:txBody>
      </p:sp>
      <p:sp>
        <p:nvSpPr>
          <p:cNvPr id="40" name="baseline-rule">
            <a:extLst>
              <a:ext uri="{FF2B5EF4-FFF2-40B4-BE49-F238E27FC236}">
                <a16:creationId xmlns:a16="http://schemas.microsoft.com/office/drawing/2014/main" id="{B31F8961-EB32-4F7A-B4AA-59BF86D42CA6}"/>
              </a:ext>
            </a:extLst>
          </p:cNvPr>
          <p:cNvSpPr>
            <a:spLocks noGrp="1"/>
          </p:cNvSpPr>
          <p:nvPr/>
        </p:nvSpPr>
        <p:spPr>
          <a:xfrm>
            <a:off x="9010650" y="4572000"/>
            <a:ext cx="1495425" cy="381000"/>
          </a:xfrm>
          <a:prstGeom prst="rect">
            <a:avLst/>
          </a:prstGeom>
          <a:noFill/>
          <a:ln w="0">
            <a:noFill/>
          </a:ln>
        </p:spPr>
        <p:txBody>
          <a:bodyPr wrap="none" lIns="0" tIns="0" rIns="0" bIns="0" anchor="ctr">
            <a:noAutofit/>
          </a:bodyPr>
          <a:lstStyle>
            <a:defPPr algn="l">
              <a:defRPr sz="2250" b="0">
                <a:solidFill>
                  <a:srgbClr val="222222"/>
                </a:solidFill>
                <a:latin typeface="Noto Sans CJK SC"/>
                <a:ea typeface="Noto Sans CJK SC"/>
                <a:cs typeface="Noto Sans CJK SC"/>
              </a:defRPr>
            </a:defPPr>
            <a:lvl1pPr algn="l">
              <a:defRPr sz="2250" b="0">
                <a:solidFill>
                  <a:srgbClr val="222222"/>
                </a:solidFill>
                <a:latin typeface="Noto Sans CJK SC"/>
                <a:ea typeface="Noto Sans CJK SC"/>
                <a:cs typeface="Noto Sans CJK SC"/>
              </a:defRPr>
            </a:lvl1pPr>
            <a:lvl2pPr algn="l">
              <a:defRPr sz="2250" b="0">
                <a:solidFill>
                  <a:srgbClr val="222222"/>
                </a:solidFill>
                <a:latin typeface="Noto Sans CJK SC"/>
                <a:ea typeface="Noto Sans CJK SC"/>
                <a:cs typeface="Noto Sans CJK SC"/>
              </a:defRPr>
            </a:lvl2pPr>
            <a:lvl3pPr algn="l">
              <a:defRPr sz="2250" b="0">
                <a:solidFill>
                  <a:srgbClr val="222222"/>
                </a:solidFill>
                <a:latin typeface="Noto Sans CJK SC"/>
                <a:ea typeface="Noto Sans CJK SC"/>
                <a:cs typeface="Noto Sans CJK SC"/>
              </a:defRPr>
            </a:lvl3pPr>
            <a:lvl4pPr algn="l">
              <a:defRPr sz="2250" b="0">
                <a:solidFill>
                  <a:srgbClr val="222222"/>
                </a:solidFill>
                <a:latin typeface="Noto Sans CJK SC"/>
                <a:ea typeface="Noto Sans CJK SC"/>
                <a:cs typeface="Noto Sans CJK SC"/>
              </a:defRPr>
            </a:lvl4pPr>
            <a:lvl5pPr algn="l">
              <a:defRPr sz="2250" b="0">
                <a:solidFill>
                  <a:srgbClr val="222222"/>
                </a:solidFill>
                <a:latin typeface="Noto Sans CJK SC"/>
                <a:ea typeface="Noto Sans CJK SC"/>
                <a:cs typeface="Noto Sans CJK SC"/>
              </a:defRPr>
            </a:lvl5pPr>
            <a:lvl6pPr algn="l">
              <a:defRPr sz="2250" b="0">
                <a:solidFill>
                  <a:srgbClr val="222222"/>
                </a:solidFill>
                <a:latin typeface="Noto Sans CJK SC"/>
                <a:ea typeface="Noto Sans CJK SC"/>
                <a:cs typeface="Noto Sans CJK SC"/>
              </a:defRPr>
            </a:lvl6pPr>
            <a:lvl7pPr algn="l">
              <a:defRPr sz="2250" b="0">
                <a:solidFill>
                  <a:srgbClr val="222222"/>
                </a:solidFill>
                <a:latin typeface="Noto Sans CJK SC"/>
                <a:ea typeface="Noto Sans CJK SC"/>
                <a:cs typeface="Noto Sans CJK SC"/>
              </a:defRPr>
            </a:lvl7pPr>
            <a:lvl8pPr algn="l">
              <a:defRPr sz="2250" b="0">
                <a:solidFill>
                  <a:srgbClr val="222222"/>
                </a:solidFill>
                <a:latin typeface="Noto Sans CJK SC"/>
                <a:ea typeface="Noto Sans CJK SC"/>
                <a:cs typeface="Noto Sans CJK SC"/>
              </a:defRPr>
            </a:lvl8pPr>
            <a:lvl9pPr algn="l">
              <a:defRPr sz="2250" b="0">
                <a:solidFill>
                  <a:srgbClr val="222222"/>
                </a:solidFill>
                <a:latin typeface="Noto Sans CJK SC"/>
                <a:ea typeface="Noto Sans CJK SC"/>
                <a:cs typeface="Noto Sans CJK SC"/>
              </a:defRPr>
            </a:lvl9pPr>
          </a:lstStyle>
          <a:p>
            <a:pPr algn="l">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规则记忆</a:t>
            </a:r>
          </a:p>
        </p:txBody>
      </p:sp>
      <p:cxnSp>
        <p:nvCxnSpPr>
          <p:cNvPr id="41" name="baseline-div-1">
            <a:extLst>
              <a:ext uri="{FF2B5EF4-FFF2-40B4-BE49-F238E27FC236}">
                <a16:creationId xmlns:a16="http://schemas.microsoft.com/office/drawing/2014/main" id="{8E522825-B938-4C80-A614-90FB56EA68E2}"/>
              </a:ext>
            </a:extLst>
          </p:cNvPr>
          <p:cNvCxnSpPr/>
          <p:nvPr/>
        </p:nvCxnSpPr>
        <p:spPr>
          <a:xfrm flipH="0" flipV="0">
            <a:off x="10687050" y="4619625"/>
            <a:ext cx="0" cy="276225"/>
          </a:xfrm>
          <a:prstGeom prst="straightConnector1">
            <a:avLst/>
          </a:prstGeom>
          <a:ln w="13335">
            <a:solidFill>
              <a:srgbClr val="BCC0C3"/>
            </a:solidFill>
            <a:prstDash val="solid"/>
            <a:tailEnd type="none" w="med" len="med"/>
          </a:ln>
        </p:spPr>
      </p:cxnSp>
      <p:sp>
        <p:nvSpPr>
          <p:cNvPr id="42" name="baseline-sft">
            <a:extLst>
              <a:ext uri="{FF2B5EF4-FFF2-40B4-BE49-F238E27FC236}">
                <a16:creationId xmlns:a16="http://schemas.microsoft.com/office/drawing/2014/main" id="{D7D82629-26C3-4162-9050-1BE69C583864}"/>
              </a:ext>
            </a:extLst>
          </p:cNvPr>
          <p:cNvSpPr>
            <a:spLocks noGrp="1"/>
          </p:cNvSpPr>
          <p:nvPr/>
        </p:nvSpPr>
        <p:spPr>
          <a:xfrm>
            <a:off x="11010900" y="4572000"/>
            <a:ext cx="1238250" cy="381000"/>
          </a:xfrm>
          <a:prstGeom prst="rect">
            <a:avLst/>
          </a:prstGeom>
          <a:noFill/>
          <a:ln w="0">
            <a:noFill/>
          </a:ln>
        </p:spPr>
        <p:txBody>
          <a:bodyPr wrap="none" lIns="0" tIns="0" rIns="0" bIns="0" anchor="ctr">
            <a:noAutofit/>
          </a:bodyPr>
          <a:lstStyle>
            <a:defPPr algn="l">
              <a:defRPr sz="2250" b="0">
                <a:solidFill>
                  <a:srgbClr val="222222"/>
                </a:solidFill>
                <a:latin typeface="Noto Sans CJK SC"/>
                <a:ea typeface="Noto Sans CJK SC"/>
                <a:cs typeface="Noto Sans CJK SC"/>
              </a:defRPr>
            </a:defPPr>
            <a:lvl1pPr algn="l">
              <a:defRPr sz="2250" b="0">
                <a:solidFill>
                  <a:srgbClr val="222222"/>
                </a:solidFill>
                <a:latin typeface="Noto Sans CJK SC"/>
                <a:ea typeface="Noto Sans CJK SC"/>
                <a:cs typeface="Noto Sans CJK SC"/>
              </a:defRPr>
            </a:lvl1pPr>
            <a:lvl2pPr algn="l">
              <a:defRPr sz="2250" b="0">
                <a:solidFill>
                  <a:srgbClr val="222222"/>
                </a:solidFill>
                <a:latin typeface="Noto Sans CJK SC"/>
                <a:ea typeface="Noto Sans CJK SC"/>
                <a:cs typeface="Noto Sans CJK SC"/>
              </a:defRPr>
            </a:lvl2pPr>
            <a:lvl3pPr algn="l">
              <a:defRPr sz="2250" b="0">
                <a:solidFill>
                  <a:srgbClr val="222222"/>
                </a:solidFill>
                <a:latin typeface="Noto Sans CJK SC"/>
                <a:ea typeface="Noto Sans CJK SC"/>
                <a:cs typeface="Noto Sans CJK SC"/>
              </a:defRPr>
            </a:lvl3pPr>
            <a:lvl4pPr algn="l">
              <a:defRPr sz="2250" b="0">
                <a:solidFill>
                  <a:srgbClr val="222222"/>
                </a:solidFill>
                <a:latin typeface="Noto Sans CJK SC"/>
                <a:ea typeface="Noto Sans CJK SC"/>
                <a:cs typeface="Noto Sans CJK SC"/>
              </a:defRPr>
            </a:lvl4pPr>
            <a:lvl5pPr algn="l">
              <a:defRPr sz="2250" b="0">
                <a:solidFill>
                  <a:srgbClr val="222222"/>
                </a:solidFill>
                <a:latin typeface="Noto Sans CJK SC"/>
                <a:ea typeface="Noto Sans CJK SC"/>
                <a:cs typeface="Noto Sans CJK SC"/>
              </a:defRPr>
            </a:lvl5pPr>
            <a:lvl6pPr algn="l">
              <a:defRPr sz="2250" b="0">
                <a:solidFill>
                  <a:srgbClr val="222222"/>
                </a:solidFill>
                <a:latin typeface="Noto Sans CJK SC"/>
                <a:ea typeface="Noto Sans CJK SC"/>
                <a:cs typeface="Noto Sans CJK SC"/>
              </a:defRPr>
            </a:lvl6pPr>
            <a:lvl7pPr algn="l">
              <a:defRPr sz="2250" b="0">
                <a:solidFill>
                  <a:srgbClr val="222222"/>
                </a:solidFill>
                <a:latin typeface="Noto Sans CJK SC"/>
                <a:ea typeface="Noto Sans CJK SC"/>
                <a:cs typeface="Noto Sans CJK SC"/>
              </a:defRPr>
            </a:lvl7pPr>
            <a:lvl8pPr algn="l">
              <a:defRPr sz="2250" b="0">
                <a:solidFill>
                  <a:srgbClr val="222222"/>
                </a:solidFill>
                <a:latin typeface="Noto Sans CJK SC"/>
                <a:ea typeface="Noto Sans CJK SC"/>
                <a:cs typeface="Noto Sans CJK SC"/>
              </a:defRPr>
            </a:lvl8pPr>
            <a:lvl9pPr algn="l">
              <a:defRPr sz="2250" b="0">
                <a:solidFill>
                  <a:srgbClr val="222222"/>
                </a:solidFill>
                <a:latin typeface="Noto Sans CJK SC"/>
                <a:ea typeface="Noto Sans CJK SC"/>
                <a:cs typeface="Noto Sans CJK SC"/>
              </a:defRPr>
            </a:lvl9pPr>
          </a:lstStyle>
          <a:p>
            <a:pPr algn="l">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强SFT</a:t>
            </a:r>
          </a:p>
        </p:txBody>
      </p:sp>
      <p:cxnSp>
        <p:nvCxnSpPr>
          <p:cNvPr id="43" name="baseline-div-2">
            <a:extLst>
              <a:ext uri="{FF2B5EF4-FFF2-40B4-BE49-F238E27FC236}">
                <a16:creationId xmlns:a16="http://schemas.microsoft.com/office/drawing/2014/main" id="{98C07909-7E4E-4151-897E-82C086FB6432}"/>
              </a:ext>
            </a:extLst>
          </p:cNvPr>
          <p:cNvCxnSpPr/>
          <p:nvPr/>
        </p:nvCxnSpPr>
        <p:spPr>
          <a:xfrm flipH="0" flipV="0">
            <a:off x="12477750" y="4619625"/>
            <a:ext cx="0" cy="276225"/>
          </a:xfrm>
          <a:prstGeom prst="straightConnector1">
            <a:avLst/>
          </a:prstGeom>
          <a:ln w="13335">
            <a:solidFill>
              <a:srgbClr val="BCC0C3"/>
            </a:solidFill>
            <a:prstDash val="solid"/>
            <a:tailEnd type="none" w="med" len="med"/>
          </a:ln>
        </p:spPr>
      </p:cxnSp>
      <p:sp>
        <p:nvSpPr>
          <p:cNvPr id="44" name="baseline-recap">
            <a:extLst>
              <a:ext uri="{FF2B5EF4-FFF2-40B4-BE49-F238E27FC236}">
                <a16:creationId xmlns:a16="http://schemas.microsoft.com/office/drawing/2014/main" id="{57F0C429-659A-4EA8-9DAD-7FE7614B9987}"/>
              </a:ext>
            </a:extLst>
          </p:cNvPr>
          <p:cNvSpPr>
            <a:spLocks noGrp="1"/>
          </p:cNvSpPr>
          <p:nvPr/>
        </p:nvSpPr>
        <p:spPr>
          <a:xfrm>
            <a:off x="12763500" y="4572000"/>
            <a:ext cx="2019300" cy="381000"/>
          </a:xfrm>
          <a:prstGeom prst="rect">
            <a:avLst/>
          </a:prstGeom>
          <a:noFill/>
          <a:ln w="0">
            <a:noFill/>
          </a:ln>
        </p:spPr>
        <p:txBody>
          <a:bodyPr wrap="none" lIns="0" tIns="0" rIns="0" bIns="0" anchor="ctr">
            <a:noAutofit/>
          </a:bodyPr>
          <a:lstStyle>
            <a:defPPr algn="l">
              <a:defRPr sz="2250" b="0">
                <a:solidFill>
                  <a:srgbClr val="315E80"/>
                </a:solidFill>
                <a:latin typeface="Noto Sans CJK SC"/>
                <a:ea typeface="Noto Sans CJK SC"/>
                <a:cs typeface="Noto Sans CJK SC"/>
              </a:defRPr>
            </a:defPPr>
            <a:lvl1pPr algn="l">
              <a:defRPr sz="2250" b="0">
                <a:solidFill>
                  <a:srgbClr val="315E80"/>
                </a:solidFill>
                <a:latin typeface="Noto Sans CJK SC"/>
                <a:ea typeface="Noto Sans CJK SC"/>
                <a:cs typeface="Noto Sans CJK SC"/>
              </a:defRPr>
            </a:lvl1pPr>
            <a:lvl2pPr algn="l">
              <a:defRPr sz="2250" b="0">
                <a:solidFill>
                  <a:srgbClr val="315E80"/>
                </a:solidFill>
                <a:latin typeface="Noto Sans CJK SC"/>
                <a:ea typeface="Noto Sans CJK SC"/>
                <a:cs typeface="Noto Sans CJK SC"/>
              </a:defRPr>
            </a:lvl2pPr>
            <a:lvl3pPr algn="l">
              <a:defRPr sz="2250" b="0">
                <a:solidFill>
                  <a:srgbClr val="315E80"/>
                </a:solidFill>
                <a:latin typeface="Noto Sans CJK SC"/>
                <a:ea typeface="Noto Sans CJK SC"/>
                <a:cs typeface="Noto Sans CJK SC"/>
              </a:defRPr>
            </a:lvl3pPr>
            <a:lvl4pPr algn="l">
              <a:defRPr sz="2250" b="0">
                <a:solidFill>
                  <a:srgbClr val="315E80"/>
                </a:solidFill>
                <a:latin typeface="Noto Sans CJK SC"/>
                <a:ea typeface="Noto Sans CJK SC"/>
                <a:cs typeface="Noto Sans CJK SC"/>
              </a:defRPr>
            </a:lvl4pPr>
            <a:lvl5pPr algn="l">
              <a:defRPr sz="2250" b="0">
                <a:solidFill>
                  <a:srgbClr val="315E80"/>
                </a:solidFill>
                <a:latin typeface="Noto Sans CJK SC"/>
                <a:ea typeface="Noto Sans CJK SC"/>
                <a:cs typeface="Noto Sans CJK SC"/>
              </a:defRPr>
            </a:lvl5pPr>
            <a:lvl6pPr algn="l">
              <a:defRPr sz="2250" b="0">
                <a:solidFill>
                  <a:srgbClr val="315E80"/>
                </a:solidFill>
                <a:latin typeface="Noto Sans CJK SC"/>
                <a:ea typeface="Noto Sans CJK SC"/>
                <a:cs typeface="Noto Sans CJK SC"/>
              </a:defRPr>
            </a:lvl6pPr>
            <a:lvl7pPr algn="l">
              <a:defRPr sz="2250" b="0">
                <a:solidFill>
                  <a:srgbClr val="315E80"/>
                </a:solidFill>
                <a:latin typeface="Noto Sans CJK SC"/>
                <a:ea typeface="Noto Sans CJK SC"/>
                <a:cs typeface="Noto Sans CJK SC"/>
              </a:defRPr>
            </a:lvl7pPr>
            <a:lvl8pPr algn="l">
              <a:defRPr sz="2250" b="0">
                <a:solidFill>
                  <a:srgbClr val="315E80"/>
                </a:solidFill>
                <a:latin typeface="Noto Sans CJK SC"/>
                <a:ea typeface="Noto Sans CJK SC"/>
                <a:cs typeface="Noto Sans CJK SC"/>
              </a:defRPr>
            </a:lvl8pPr>
            <a:lvl9pPr algn="l">
              <a:defRPr sz="2250" b="0">
                <a:solidFill>
                  <a:srgbClr val="315E80"/>
                </a:solidFill>
                <a:latin typeface="Noto Sans CJK SC"/>
                <a:ea typeface="Noto Sans CJK SC"/>
                <a:cs typeface="Noto Sans CJK SC"/>
              </a:defRPr>
            </a:lvl9pPr>
          </a:lstStyle>
          <a:p>
            <a:pPr algn="l">
              <a:defRPr sz="2250" b="0">
                <a:solidFill>
                  <a:srgbClr val="315E80"/>
                </a:solidFill>
                <a:latin typeface="Noto Sans CJK SC"/>
                <a:ea typeface="Noto Sans CJK SC"/>
                <a:cs typeface="Noto Sans CJK SC"/>
              </a:defRPr>
            </a:pPr>
            <a:r>
              <a:rPr sz="2250" b="0">
                <a:solidFill>
                  <a:srgbClr val="315E80"/>
                </a:solidFill>
                <a:latin typeface="Noto Sans CJK SC"/>
                <a:ea typeface="Noto Sans CJK SC"/>
                <a:cs typeface="Noto Sans CJK SC"/>
              </a:rPr>
              <a:t>联合RECAP</a:t>
            </a:r>
          </a:p>
        </p:txBody>
      </p:sp>
      <p:cxnSp>
        <p:nvCxnSpPr>
          <p:cNvPr id="45" name="row-divider">
            <a:extLst>
              <a:ext uri="{FF2B5EF4-FFF2-40B4-BE49-F238E27FC236}">
                <a16:creationId xmlns:a16="http://schemas.microsoft.com/office/drawing/2014/main" id="{7B59F7EE-6238-4D23-8D24-1957091176CB}"/>
              </a:ext>
            </a:extLst>
          </p:cNvPr>
          <p:cNvCxnSpPr/>
          <p:nvPr/>
        </p:nvCxnSpPr>
        <p:spPr>
          <a:xfrm flipH="0" flipV="0">
            <a:off x="381000" y="5314950"/>
            <a:ext cx="14401800" cy="0"/>
          </a:xfrm>
          <a:prstGeom prst="straightConnector1">
            <a:avLst/>
          </a:prstGeom>
          <a:ln w="12383">
            <a:solidFill>
              <a:srgbClr val="C6C9CB"/>
            </a:solidFill>
            <a:prstDash val="solid"/>
            <a:tailEnd type="none" w="med" len="med"/>
          </a:ln>
        </p:spPr>
      </p:cxnSp>
      <p:sp>
        <p:nvSpPr>
          <p:cNvPr id="46" name="panel-c">
            <a:extLst>
              <a:ext uri="{FF2B5EF4-FFF2-40B4-BE49-F238E27FC236}">
                <a16:creationId xmlns:a16="http://schemas.microsoft.com/office/drawing/2014/main" id="{91764AB9-2F2B-4A47-95A7-124FFFC89E4C}"/>
              </a:ext>
            </a:extLst>
          </p:cNvPr>
          <p:cNvSpPr>
            <a:spLocks noGrp="1"/>
          </p:cNvSpPr>
          <p:nvPr/>
        </p:nvSpPr>
        <p:spPr>
          <a:xfrm>
            <a:off x="381000" y="5514975"/>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c</a:t>
            </a:r>
          </a:p>
        </p:txBody>
      </p:sp>
      <p:sp>
        <p:nvSpPr>
          <p:cNvPr id="47" name="title-c">
            <a:extLst>
              <a:ext uri="{FF2B5EF4-FFF2-40B4-BE49-F238E27FC236}">
                <a16:creationId xmlns:a16="http://schemas.microsoft.com/office/drawing/2014/main" id="{6A340A2B-6E79-4813-9464-975E8B6E57A6}"/>
              </a:ext>
            </a:extLst>
          </p:cNvPr>
          <p:cNvSpPr>
            <a:spLocks noGrp="1"/>
          </p:cNvSpPr>
          <p:nvPr/>
        </p:nvSpPr>
        <p:spPr>
          <a:xfrm>
            <a:off x="809625" y="5514975"/>
            <a:ext cx="9096375" cy="457200"/>
          </a:xfrm>
          <a:prstGeom prst="rect">
            <a:avLst/>
          </a:prstGeom>
          <a:noFill/>
          <a:ln w="0">
            <a:noFill/>
          </a:ln>
        </p:spPr>
        <p:txBody>
          <a:bodyPr wrap="none" lIns="0" tIns="0" rIns="0" bIns="0" anchor="ctr">
            <a:noAutofit/>
          </a:bodyPr>
          <a:lstStyle>
            <a:defPPr algn="l">
              <a:defRPr sz="2625" b="1">
                <a:solidFill>
                  <a:srgbClr val="222222"/>
                </a:solidFill>
                <a:latin typeface="Noto Sans CJK SC"/>
                <a:ea typeface="Noto Sans CJK SC"/>
                <a:cs typeface="Noto Sans CJK SC"/>
              </a:defRPr>
            </a:defPPr>
            <a:lvl1pPr algn="l">
              <a:defRPr sz="2625" b="1">
                <a:solidFill>
                  <a:srgbClr val="222222"/>
                </a:solidFill>
                <a:latin typeface="Noto Sans CJK SC"/>
                <a:ea typeface="Noto Sans CJK SC"/>
                <a:cs typeface="Noto Sans CJK SC"/>
              </a:defRPr>
            </a:lvl1pPr>
            <a:lvl2pPr algn="l">
              <a:defRPr sz="2625" b="1">
                <a:solidFill>
                  <a:srgbClr val="222222"/>
                </a:solidFill>
                <a:latin typeface="Noto Sans CJK SC"/>
                <a:ea typeface="Noto Sans CJK SC"/>
                <a:cs typeface="Noto Sans CJK SC"/>
              </a:defRPr>
            </a:lvl2pPr>
            <a:lvl3pPr algn="l">
              <a:defRPr sz="2625" b="1">
                <a:solidFill>
                  <a:srgbClr val="222222"/>
                </a:solidFill>
                <a:latin typeface="Noto Sans CJK SC"/>
                <a:ea typeface="Noto Sans CJK SC"/>
                <a:cs typeface="Noto Sans CJK SC"/>
              </a:defRPr>
            </a:lvl3pPr>
            <a:lvl4pPr algn="l">
              <a:defRPr sz="2625" b="1">
                <a:solidFill>
                  <a:srgbClr val="222222"/>
                </a:solidFill>
                <a:latin typeface="Noto Sans CJK SC"/>
                <a:ea typeface="Noto Sans CJK SC"/>
                <a:cs typeface="Noto Sans CJK SC"/>
              </a:defRPr>
            </a:lvl4pPr>
            <a:lvl5pPr algn="l">
              <a:defRPr sz="2625" b="1">
                <a:solidFill>
                  <a:srgbClr val="222222"/>
                </a:solidFill>
                <a:latin typeface="Noto Sans CJK SC"/>
                <a:ea typeface="Noto Sans CJK SC"/>
                <a:cs typeface="Noto Sans CJK SC"/>
              </a:defRPr>
            </a:lvl5pPr>
            <a:lvl6pPr algn="l">
              <a:defRPr sz="2625" b="1">
                <a:solidFill>
                  <a:srgbClr val="222222"/>
                </a:solidFill>
                <a:latin typeface="Noto Sans CJK SC"/>
                <a:ea typeface="Noto Sans CJK SC"/>
                <a:cs typeface="Noto Sans CJK SC"/>
              </a:defRPr>
            </a:lvl6pPr>
            <a:lvl7pPr algn="l">
              <a:defRPr sz="2625" b="1">
                <a:solidFill>
                  <a:srgbClr val="222222"/>
                </a:solidFill>
                <a:latin typeface="Noto Sans CJK SC"/>
                <a:ea typeface="Noto Sans CJK SC"/>
                <a:cs typeface="Noto Sans CJK SC"/>
              </a:defRPr>
            </a:lvl7pPr>
            <a:lvl8pPr algn="l">
              <a:defRPr sz="2625" b="1">
                <a:solidFill>
                  <a:srgbClr val="222222"/>
                </a:solidFill>
                <a:latin typeface="Noto Sans CJK SC"/>
                <a:ea typeface="Noto Sans CJK SC"/>
                <a:cs typeface="Noto Sans CJK SC"/>
              </a:defRPr>
            </a:lvl8pPr>
            <a:lvl9pPr algn="l">
              <a:defRPr sz="2625" b="1">
                <a:solidFill>
                  <a:srgbClr val="222222"/>
                </a:solidFill>
                <a:latin typeface="Noto Sans CJK SC"/>
                <a:ea typeface="Noto Sans CJK SC"/>
                <a:cs typeface="Noto Sans CJK SC"/>
              </a:defRPr>
            </a:lvl9pPr>
          </a:lstStyle>
          <a:p>
            <a:pPr algn="l">
              <a:defRPr sz="2625" b="1">
                <a:solidFill>
                  <a:srgbClr val="222222"/>
                </a:solidFill>
                <a:latin typeface="Noto Sans CJK SC"/>
                <a:ea typeface="Noto Sans CJK SC"/>
                <a:cs typeface="Noto Sans CJK SC"/>
              </a:defRPr>
            </a:pPr>
            <a:r>
              <a:rPr sz="2625" b="1">
                <a:solidFill>
                  <a:srgbClr val="222222"/>
                </a:solidFill>
                <a:latin typeface="Noto Sans CJK SC"/>
                <a:ea typeface="Noto Sans CJK SC"/>
                <a:cs typeface="Noto Sans CJK SC"/>
              </a:rPr>
              <a:t>读写评价与辅助改进</a:t>
            </a:r>
          </a:p>
        </p:txBody>
      </p:sp>
      <p:sp>
        <p:nvSpPr>
          <p:cNvPr id="48" name="controlled-continuation">
            <a:extLst>
              <a:ext uri="{FF2B5EF4-FFF2-40B4-BE49-F238E27FC236}">
                <a16:creationId xmlns:a16="http://schemas.microsoft.com/office/drawing/2014/main" id="{48F0FD75-B570-4052-B73B-E0305C0EE840}"/>
              </a:ext>
            </a:extLst>
          </p:cNvPr>
          <p:cNvSpPr>
            <a:spLocks noGrp="1"/>
          </p:cNvSpPr>
          <p:nvPr/>
        </p:nvSpPr>
        <p:spPr>
          <a:xfrm>
            <a:off x="381000" y="6086475"/>
            <a:ext cx="9525000" cy="371475"/>
          </a:xfrm>
          <a:prstGeom prst="rect">
            <a:avLst/>
          </a:prstGeom>
          <a:noFill/>
          <a:ln w="0">
            <a:noFill/>
          </a:ln>
        </p:spPr>
        <p:txBody>
          <a:bodyPr wrap="none" lIns="0" tIns="0" rIns="0" bIns="0" anchor="ctr">
            <a:noAutofit/>
          </a:bodyPr>
          <a:lstStyle>
            <a:defPPr algn="l">
              <a:defRPr sz="2250" b="0">
                <a:solidFill>
                  <a:srgbClr val="64686C"/>
                </a:solidFill>
                <a:latin typeface="Noto Sans CJK SC"/>
                <a:ea typeface="Noto Sans CJK SC"/>
                <a:cs typeface="Noto Sans CJK SC"/>
              </a:defRPr>
            </a:defPPr>
            <a:lvl1pPr algn="l">
              <a:defRPr sz="2250" b="0">
                <a:solidFill>
                  <a:srgbClr val="64686C"/>
                </a:solidFill>
                <a:latin typeface="Noto Sans CJK SC"/>
                <a:ea typeface="Noto Sans CJK SC"/>
                <a:cs typeface="Noto Sans CJK SC"/>
              </a:defRPr>
            </a:lvl1pPr>
            <a:lvl2pPr algn="l">
              <a:defRPr sz="2250" b="0">
                <a:solidFill>
                  <a:srgbClr val="64686C"/>
                </a:solidFill>
                <a:latin typeface="Noto Sans CJK SC"/>
                <a:ea typeface="Noto Sans CJK SC"/>
                <a:cs typeface="Noto Sans CJK SC"/>
              </a:defRPr>
            </a:lvl2pPr>
            <a:lvl3pPr algn="l">
              <a:defRPr sz="2250" b="0">
                <a:solidFill>
                  <a:srgbClr val="64686C"/>
                </a:solidFill>
                <a:latin typeface="Noto Sans CJK SC"/>
                <a:ea typeface="Noto Sans CJK SC"/>
                <a:cs typeface="Noto Sans CJK SC"/>
              </a:defRPr>
            </a:lvl3pPr>
            <a:lvl4pPr algn="l">
              <a:defRPr sz="2250" b="0">
                <a:solidFill>
                  <a:srgbClr val="64686C"/>
                </a:solidFill>
                <a:latin typeface="Noto Sans CJK SC"/>
                <a:ea typeface="Noto Sans CJK SC"/>
                <a:cs typeface="Noto Sans CJK SC"/>
              </a:defRPr>
            </a:lvl4pPr>
            <a:lvl5pPr algn="l">
              <a:defRPr sz="2250" b="0">
                <a:solidFill>
                  <a:srgbClr val="64686C"/>
                </a:solidFill>
                <a:latin typeface="Noto Sans CJK SC"/>
                <a:ea typeface="Noto Sans CJK SC"/>
                <a:cs typeface="Noto Sans CJK SC"/>
              </a:defRPr>
            </a:lvl5pPr>
            <a:lvl6pPr algn="l">
              <a:defRPr sz="2250" b="0">
                <a:solidFill>
                  <a:srgbClr val="64686C"/>
                </a:solidFill>
                <a:latin typeface="Noto Sans CJK SC"/>
                <a:ea typeface="Noto Sans CJK SC"/>
                <a:cs typeface="Noto Sans CJK SC"/>
              </a:defRPr>
            </a:lvl6pPr>
            <a:lvl7pPr algn="l">
              <a:defRPr sz="2250" b="0">
                <a:solidFill>
                  <a:srgbClr val="64686C"/>
                </a:solidFill>
                <a:latin typeface="Noto Sans CJK SC"/>
                <a:ea typeface="Noto Sans CJK SC"/>
                <a:cs typeface="Noto Sans CJK SC"/>
              </a:defRPr>
            </a:lvl7pPr>
            <a:lvl8pPr algn="l">
              <a:defRPr sz="2250" b="0">
                <a:solidFill>
                  <a:srgbClr val="64686C"/>
                </a:solidFill>
                <a:latin typeface="Noto Sans CJK SC"/>
                <a:ea typeface="Noto Sans CJK SC"/>
                <a:cs typeface="Noto Sans CJK SC"/>
              </a:defRPr>
            </a:lvl8pPr>
            <a:lvl9pPr algn="l">
              <a:defRPr sz="2250" b="0">
                <a:solidFill>
                  <a:srgbClr val="64686C"/>
                </a:solidFill>
                <a:latin typeface="Noto Sans CJK SC"/>
                <a:ea typeface="Noto Sans CJK SC"/>
                <a:cs typeface="Noto Sans CJK SC"/>
              </a:defRPr>
            </a:lvl9pPr>
          </a:lstStyle>
          <a:p>
            <a:pPr algn="l">
              <a:defRPr sz="2250" b="0">
                <a:solidFill>
                  <a:srgbClr val="64686C"/>
                </a:solidFill>
                <a:latin typeface="Noto Sans CJK SC"/>
                <a:ea typeface="Noto Sans CJK SC"/>
                <a:cs typeface="Noto Sans CJK SC"/>
              </a:defRPr>
            </a:pPr>
            <a:r>
              <a:rPr sz="2250" b="0">
                <a:solidFill>
                  <a:srgbClr val="64686C"/>
                </a:solidFill>
                <a:latin typeface="Noto Sans CJK SC"/>
                <a:ea typeface="Noto Sans CJK SC"/>
                <a:cs typeface="Noto Sans CJK SC"/>
              </a:rPr>
              <a:t>同一起点、固定后续策略参数</a:t>
            </a:r>
          </a:p>
        </p:txBody>
      </p:sp>
      <p:sp>
        <p:nvSpPr>
          <p:cNvPr id="49" name="restore-start">
            <a:extLst>
              <a:ext uri="{FF2B5EF4-FFF2-40B4-BE49-F238E27FC236}">
                <a16:creationId xmlns:a16="http://schemas.microsoft.com/office/drawing/2014/main" id="{75CE5726-3CAC-48F1-B7EC-987253D707DE}"/>
              </a:ext>
            </a:extLst>
          </p:cNvPr>
          <p:cNvSpPr>
            <a:spLocks noGrp="1"/>
          </p:cNvSpPr>
          <p:nvPr/>
        </p:nvSpPr>
        <p:spPr>
          <a:xfrm>
            <a:off x="381000" y="7181850"/>
            <a:ext cx="1762125" cy="714375"/>
          </a:xfrm>
          <a:prstGeom prst="rect">
            <a:avLst/>
          </a:prstGeom>
          <a:solidFill>
            <a:srgbClr val="F4F5F5"/>
          </a:solidFill>
          <a:ln w="17145">
            <a:solidFill>
              <a:srgbClr val="A6AAAD"/>
            </a:solidFill>
            <a:prstDash val="solid"/>
          </a:ln>
        </p:spPr>
      </p:sp>
      <p:sp>
        <p:nvSpPr>
          <p:cNvPr id="50" name="restore-start-text">
            <a:extLst>
              <a:ext uri="{FF2B5EF4-FFF2-40B4-BE49-F238E27FC236}">
                <a16:creationId xmlns:a16="http://schemas.microsoft.com/office/drawing/2014/main" id="{E58B47BC-C468-48DD-BD6C-72F41456D7EB}"/>
              </a:ext>
            </a:extLst>
          </p:cNvPr>
          <p:cNvSpPr>
            <a:spLocks noGrp="1"/>
          </p:cNvSpPr>
          <p:nvPr/>
        </p:nvSpPr>
        <p:spPr>
          <a:xfrm>
            <a:off x="476250" y="7229475"/>
            <a:ext cx="1571625" cy="619125"/>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重建起点</a:t>
            </a:r>
          </a:p>
        </p:txBody>
      </p:sp>
      <p:cxnSp>
        <p:nvCxnSpPr>
          <p:cNvPr id="51" name="reliability-fork-in">
            <a:extLst>
              <a:ext uri="{FF2B5EF4-FFF2-40B4-BE49-F238E27FC236}">
                <a16:creationId xmlns:a16="http://schemas.microsoft.com/office/drawing/2014/main" id="{73183F38-84CB-45A9-A7E3-77D0596CCE3B}"/>
              </a:ext>
            </a:extLst>
          </p:cNvPr>
          <p:cNvCxnSpPr/>
          <p:nvPr/>
        </p:nvCxnSpPr>
        <p:spPr>
          <a:xfrm flipH="0" flipV="0">
            <a:off x="2143125" y="7534275"/>
            <a:ext cx="323850" cy="0"/>
          </a:xfrm>
          <a:prstGeom prst="straightConnector1">
            <a:avLst/>
          </a:prstGeom>
          <a:ln w="20955">
            <a:solidFill>
              <a:srgbClr val="64686C"/>
            </a:solidFill>
            <a:prstDash val="solid"/>
            <a:tailEnd type="none" w="med" len="med"/>
          </a:ln>
        </p:spPr>
      </p:cxnSp>
      <p:cxnSp>
        <p:nvCxnSpPr>
          <p:cNvPr id="52" name="reliability-fork">
            <a:extLst>
              <a:ext uri="{FF2B5EF4-FFF2-40B4-BE49-F238E27FC236}">
                <a16:creationId xmlns:a16="http://schemas.microsoft.com/office/drawing/2014/main" id="{98E453E0-3187-4DFD-A836-A41F5EFEB088}"/>
              </a:ext>
            </a:extLst>
          </p:cNvPr>
          <p:cNvCxnSpPr/>
          <p:nvPr/>
        </p:nvCxnSpPr>
        <p:spPr>
          <a:xfrm flipH="0" flipV="0">
            <a:off x="2466975" y="7019925"/>
            <a:ext cx="0" cy="1152525"/>
          </a:xfrm>
          <a:prstGeom prst="straightConnector1">
            <a:avLst/>
          </a:prstGeom>
          <a:ln w="20955">
            <a:solidFill>
              <a:srgbClr val="64686C"/>
            </a:solidFill>
            <a:prstDash val="solid"/>
            <a:tailEnd type="none" w="med" len="med"/>
          </a:ln>
        </p:spPr>
      </p:cxnSp>
      <p:cxnSp>
        <p:nvCxnSpPr>
          <p:cNvPr id="53" name="repeat-branch">
            <a:extLst>
              <a:ext uri="{FF2B5EF4-FFF2-40B4-BE49-F238E27FC236}">
                <a16:creationId xmlns:a16="http://schemas.microsoft.com/office/drawing/2014/main" id="{1FBBCEB9-27A4-4FAF-A138-7DA92FB4D5DE}"/>
              </a:ext>
            </a:extLst>
          </p:cNvPr>
          <p:cNvCxnSpPr/>
          <p:nvPr/>
        </p:nvCxnSpPr>
        <p:spPr>
          <a:xfrm flipH="0" flipV="0">
            <a:off x="2466975" y="7019925"/>
            <a:ext cx="333375" cy="0"/>
          </a:xfrm>
          <a:prstGeom prst="straightConnector1">
            <a:avLst/>
          </a:prstGeom>
          <a:ln w="20955">
            <a:solidFill>
              <a:srgbClr val="64686C"/>
            </a:solidFill>
            <a:prstDash val="solid"/>
            <a:tailEnd type="triangle" w="med" len="med"/>
          </a:ln>
        </p:spPr>
      </p:cxnSp>
      <p:cxnSp>
        <p:nvCxnSpPr>
          <p:cNvPr id="54" name="candidate-branch">
            <a:extLst>
              <a:ext uri="{FF2B5EF4-FFF2-40B4-BE49-F238E27FC236}">
                <a16:creationId xmlns:a16="http://schemas.microsoft.com/office/drawing/2014/main" id="{5243B234-C822-4F77-AD50-7BC71C90BC77}"/>
              </a:ext>
            </a:extLst>
          </p:cNvPr>
          <p:cNvCxnSpPr/>
          <p:nvPr/>
        </p:nvCxnSpPr>
        <p:spPr>
          <a:xfrm flipH="0" flipV="0">
            <a:off x="2466975" y="8172450"/>
            <a:ext cx="333375" cy="0"/>
          </a:xfrm>
          <a:prstGeom prst="straightConnector1">
            <a:avLst/>
          </a:prstGeom>
          <a:ln w="20955">
            <a:solidFill>
              <a:srgbClr val="64686C"/>
            </a:solidFill>
            <a:prstDash val="solid"/>
            <a:tailEnd type="triangle" w="med" len="med"/>
          </a:ln>
        </p:spPr>
      </p:cxnSp>
      <p:sp>
        <p:nvSpPr>
          <p:cNvPr id="55" name="repeat-same">
            <a:extLst>
              <a:ext uri="{FF2B5EF4-FFF2-40B4-BE49-F238E27FC236}">
                <a16:creationId xmlns:a16="http://schemas.microsoft.com/office/drawing/2014/main" id="{DEA1E936-E5FA-4C5A-AC2A-FBABDE7961F4}"/>
              </a:ext>
            </a:extLst>
          </p:cNvPr>
          <p:cNvSpPr>
            <a:spLocks noGrp="1"/>
          </p:cNvSpPr>
          <p:nvPr/>
        </p:nvSpPr>
        <p:spPr>
          <a:xfrm>
            <a:off x="2800350" y="6705600"/>
            <a:ext cx="2428875" cy="619125"/>
          </a:xfrm>
          <a:prstGeom prst="rect">
            <a:avLst/>
          </a:prstGeom>
          <a:solidFill>
            <a:srgbClr val="F4F5F5"/>
          </a:solidFill>
          <a:ln w="17145">
            <a:solidFill>
              <a:srgbClr val="A6AAAD"/>
            </a:solidFill>
            <a:prstDash val="solid"/>
          </a:ln>
        </p:spPr>
      </p:sp>
      <p:sp>
        <p:nvSpPr>
          <p:cNvPr id="56" name="repeat-same-text">
            <a:extLst>
              <a:ext uri="{FF2B5EF4-FFF2-40B4-BE49-F238E27FC236}">
                <a16:creationId xmlns:a16="http://schemas.microsoft.com/office/drawing/2014/main" id="{0554177C-0CDC-4696-81F6-C0435B583A30}"/>
              </a:ext>
            </a:extLst>
          </p:cNvPr>
          <p:cNvSpPr>
            <a:spLocks noGrp="1"/>
          </p:cNvSpPr>
          <p:nvPr/>
        </p:nvSpPr>
        <p:spPr>
          <a:xfrm>
            <a:off x="2895600" y="6753225"/>
            <a:ext cx="2238375" cy="523875"/>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同操作重复续跑</a:t>
            </a:r>
          </a:p>
        </p:txBody>
      </p:sp>
      <p:sp>
        <p:nvSpPr>
          <p:cNvPr id="57" name="vary-memory">
            <a:extLst>
              <a:ext uri="{FF2B5EF4-FFF2-40B4-BE49-F238E27FC236}">
                <a16:creationId xmlns:a16="http://schemas.microsoft.com/office/drawing/2014/main" id="{78EB699D-2ACE-4968-BE96-11A91B33EC4E}"/>
              </a:ext>
            </a:extLst>
          </p:cNvPr>
          <p:cNvSpPr>
            <a:spLocks noGrp="1"/>
          </p:cNvSpPr>
          <p:nvPr/>
        </p:nvSpPr>
        <p:spPr>
          <a:xfrm>
            <a:off x="2800350" y="7858125"/>
            <a:ext cx="2428875" cy="619125"/>
          </a:xfrm>
          <a:prstGeom prst="rect">
            <a:avLst/>
          </a:prstGeom>
          <a:solidFill>
            <a:srgbClr val="EEF4F0"/>
          </a:solidFill>
          <a:ln w="17145">
            <a:solidFill>
              <a:srgbClr val="427568"/>
            </a:solidFill>
            <a:prstDash val="solid"/>
          </a:ln>
        </p:spPr>
      </p:sp>
      <p:sp>
        <p:nvSpPr>
          <p:cNvPr id="58" name="vary-memory-text">
            <a:extLst>
              <a:ext uri="{FF2B5EF4-FFF2-40B4-BE49-F238E27FC236}">
                <a16:creationId xmlns:a16="http://schemas.microsoft.com/office/drawing/2014/main" id="{1968D719-91CD-420D-BEEF-C48904141BBF}"/>
              </a:ext>
            </a:extLst>
          </p:cNvPr>
          <p:cNvSpPr>
            <a:spLocks noGrp="1"/>
          </p:cNvSpPr>
          <p:nvPr/>
        </p:nvSpPr>
        <p:spPr>
          <a:xfrm>
            <a:off x="2895600" y="7905750"/>
            <a:ext cx="2238375" cy="523875"/>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候选读写续跑</a:t>
            </a:r>
          </a:p>
        </p:txBody>
      </p:sp>
      <p:cxnSp>
        <p:nvCxnSpPr>
          <p:cNvPr id="59" name="repeat-to-noise">
            <a:extLst>
              <a:ext uri="{FF2B5EF4-FFF2-40B4-BE49-F238E27FC236}">
                <a16:creationId xmlns:a16="http://schemas.microsoft.com/office/drawing/2014/main" id="{D360A3D6-29FB-4E86-8861-4606F9E1A40F}"/>
              </a:ext>
            </a:extLst>
          </p:cNvPr>
          <p:cNvCxnSpPr/>
          <p:nvPr/>
        </p:nvCxnSpPr>
        <p:spPr>
          <a:xfrm flipH="0" flipV="0">
            <a:off x="5229225" y="7019925"/>
            <a:ext cx="438150" cy="0"/>
          </a:xfrm>
          <a:prstGeom prst="straightConnector1">
            <a:avLst/>
          </a:prstGeom>
          <a:ln w="20955">
            <a:solidFill>
              <a:srgbClr val="64686C"/>
            </a:solidFill>
            <a:prstDash val="solid"/>
            <a:tailEnd type="triangle" w="med" len="med"/>
          </a:ln>
        </p:spPr>
      </p:cxnSp>
      <p:cxnSp>
        <p:nvCxnSpPr>
          <p:cNvPr id="60" name="candidate-to-effect">
            <a:extLst>
              <a:ext uri="{FF2B5EF4-FFF2-40B4-BE49-F238E27FC236}">
                <a16:creationId xmlns:a16="http://schemas.microsoft.com/office/drawing/2014/main" id="{D3C08EA7-58F5-4CE5-81CA-4439D0B525F9}"/>
              </a:ext>
            </a:extLst>
          </p:cNvPr>
          <p:cNvCxnSpPr/>
          <p:nvPr/>
        </p:nvCxnSpPr>
        <p:spPr>
          <a:xfrm flipH="0" flipV="0">
            <a:off x="5229225" y="8172450"/>
            <a:ext cx="438150" cy="0"/>
          </a:xfrm>
          <a:prstGeom prst="straightConnector1">
            <a:avLst/>
          </a:prstGeom>
          <a:ln w="20955">
            <a:solidFill>
              <a:srgbClr val="64686C"/>
            </a:solidFill>
            <a:prstDash val="solid"/>
            <a:tailEnd type="triangle" w="med" len="med"/>
          </a:ln>
        </p:spPr>
      </p:cxnSp>
      <p:sp>
        <p:nvSpPr>
          <p:cNvPr id="61" name="restore-noise">
            <a:extLst>
              <a:ext uri="{FF2B5EF4-FFF2-40B4-BE49-F238E27FC236}">
                <a16:creationId xmlns:a16="http://schemas.microsoft.com/office/drawing/2014/main" id="{04E6B5EE-4C31-4E15-8813-7E6FD1DF14EA}"/>
              </a:ext>
            </a:extLst>
          </p:cNvPr>
          <p:cNvSpPr>
            <a:spLocks noGrp="1"/>
          </p:cNvSpPr>
          <p:nvPr/>
        </p:nvSpPr>
        <p:spPr>
          <a:xfrm>
            <a:off x="5743575" y="6791325"/>
            <a:ext cx="1428750" cy="457200"/>
          </a:xfrm>
          <a:prstGeom prst="rect">
            <a:avLst/>
          </a:prstGeom>
          <a:noFill/>
          <a:ln w="0">
            <a:noFill/>
          </a:ln>
        </p:spPr>
        <p:txBody>
          <a:bodyPr wrap="none" lIns="0" tIns="0" rIns="0" bIns="0" anchor="ctr">
            <a:noAutofit/>
          </a:bodyPr>
          <a:lstStyle>
            <a:defPPr algn="l">
              <a:defRPr sz="2250" b="0">
                <a:solidFill>
                  <a:srgbClr val="222222"/>
                </a:solidFill>
                <a:latin typeface="Noto Sans CJK SC"/>
                <a:ea typeface="Noto Sans CJK SC"/>
                <a:cs typeface="Noto Sans CJK SC"/>
              </a:defRPr>
            </a:defPPr>
            <a:lvl1pPr algn="l">
              <a:defRPr sz="2250" b="0">
                <a:solidFill>
                  <a:srgbClr val="222222"/>
                </a:solidFill>
                <a:latin typeface="Noto Sans CJK SC"/>
                <a:ea typeface="Noto Sans CJK SC"/>
                <a:cs typeface="Noto Sans CJK SC"/>
              </a:defRPr>
            </a:lvl1pPr>
            <a:lvl2pPr algn="l">
              <a:defRPr sz="2250" b="0">
                <a:solidFill>
                  <a:srgbClr val="222222"/>
                </a:solidFill>
                <a:latin typeface="Noto Sans CJK SC"/>
                <a:ea typeface="Noto Sans CJK SC"/>
                <a:cs typeface="Noto Sans CJK SC"/>
              </a:defRPr>
            </a:lvl2pPr>
            <a:lvl3pPr algn="l">
              <a:defRPr sz="2250" b="0">
                <a:solidFill>
                  <a:srgbClr val="222222"/>
                </a:solidFill>
                <a:latin typeface="Noto Sans CJK SC"/>
                <a:ea typeface="Noto Sans CJK SC"/>
                <a:cs typeface="Noto Sans CJK SC"/>
              </a:defRPr>
            </a:lvl3pPr>
            <a:lvl4pPr algn="l">
              <a:defRPr sz="2250" b="0">
                <a:solidFill>
                  <a:srgbClr val="222222"/>
                </a:solidFill>
                <a:latin typeface="Noto Sans CJK SC"/>
                <a:ea typeface="Noto Sans CJK SC"/>
                <a:cs typeface="Noto Sans CJK SC"/>
              </a:defRPr>
            </a:lvl4pPr>
            <a:lvl5pPr algn="l">
              <a:defRPr sz="2250" b="0">
                <a:solidFill>
                  <a:srgbClr val="222222"/>
                </a:solidFill>
                <a:latin typeface="Noto Sans CJK SC"/>
                <a:ea typeface="Noto Sans CJK SC"/>
                <a:cs typeface="Noto Sans CJK SC"/>
              </a:defRPr>
            </a:lvl5pPr>
            <a:lvl6pPr algn="l">
              <a:defRPr sz="2250" b="0">
                <a:solidFill>
                  <a:srgbClr val="222222"/>
                </a:solidFill>
                <a:latin typeface="Noto Sans CJK SC"/>
                <a:ea typeface="Noto Sans CJK SC"/>
                <a:cs typeface="Noto Sans CJK SC"/>
              </a:defRPr>
            </a:lvl6pPr>
            <a:lvl7pPr algn="l">
              <a:defRPr sz="2250" b="0">
                <a:solidFill>
                  <a:srgbClr val="222222"/>
                </a:solidFill>
                <a:latin typeface="Noto Sans CJK SC"/>
                <a:ea typeface="Noto Sans CJK SC"/>
                <a:cs typeface="Noto Sans CJK SC"/>
              </a:defRPr>
            </a:lvl7pPr>
            <a:lvl8pPr algn="l">
              <a:defRPr sz="2250" b="0">
                <a:solidFill>
                  <a:srgbClr val="222222"/>
                </a:solidFill>
                <a:latin typeface="Noto Sans CJK SC"/>
                <a:ea typeface="Noto Sans CJK SC"/>
                <a:cs typeface="Noto Sans CJK SC"/>
              </a:defRPr>
            </a:lvl8pPr>
            <a:lvl9pPr algn="l">
              <a:defRPr sz="2250" b="0">
                <a:solidFill>
                  <a:srgbClr val="222222"/>
                </a:solidFill>
                <a:latin typeface="Noto Sans CJK SC"/>
                <a:ea typeface="Noto Sans CJK SC"/>
                <a:cs typeface="Noto Sans CJK SC"/>
              </a:defRPr>
            </a:lvl9pPr>
          </a:lstStyle>
          <a:p>
            <a:pPr algn="l">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恢复噪声</a:t>
            </a:r>
          </a:p>
        </p:txBody>
      </p:sp>
      <p:sp>
        <p:nvSpPr>
          <p:cNvPr id="62" name="utility-difference">
            <a:extLst>
              <a:ext uri="{FF2B5EF4-FFF2-40B4-BE49-F238E27FC236}">
                <a16:creationId xmlns:a16="http://schemas.microsoft.com/office/drawing/2014/main" id="{87BB763F-DF84-4F54-BEE1-1E3D5D010154}"/>
              </a:ext>
            </a:extLst>
          </p:cNvPr>
          <p:cNvSpPr>
            <a:spLocks noGrp="1"/>
          </p:cNvSpPr>
          <p:nvPr/>
        </p:nvSpPr>
        <p:spPr>
          <a:xfrm>
            <a:off x="5743575" y="7943850"/>
            <a:ext cx="1428750" cy="457200"/>
          </a:xfrm>
          <a:prstGeom prst="rect">
            <a:avLst/>
          </a:prstGeom>
          <a:noFill/>
          <a:ln w="0">
            <a:noFill/>
          </a:ln>
        </p:spPr>
        <p:txBody>
          <a:bodyPr wrap="none" lIns="0" tIns="0" rIns="0" bIns="0" anchor="ctr">
            <a:noAutofit/>
          </a:bodyPr>
          <a:lstStyle>
            <a:defPPr algn="l">
              <a:defRPr sz="2250" b="0">
                <a:solidFill>
                  <a:srgbClr val="222222"/>
                </a:solidFill>
                <a:latin typeface="Noto Sans CJK SC"/>
                <a:ea typeface="Noto Sans CJK SC"/>
                <a:cs typeface="Noto Sans CJK SC"/>
              </a:defRPr>
            </a:defPPr>
            <a:lvl1pPr algn="l">
              <a:defRPr sz="2250" b="0">
                <a:solidFill>
                  <a:srgbClr val="222222"/>
                </a:solidFill>
                <a:latin typeface="Noto Sans CJK SC"/>
                <a:ea typeface="Noto Sans CJK SC"/>
                <a:cs typeface="Noto Sans CJK SC"/>
              </a:defRPr>
            </a:lvl1pPr>
            <a:lvl2pPr algn="l">
              <a:defRPr sz="2250" b="0">
                <a:solidFill>
                  <a:srgbClr val="222222"/>
                </a:solidFill>
                <a:latin typeface="Noto Sans CJK SC"/>
                <a:ea typeface="Noto Sans CJK SC"/>
                <a:cs typeface="Noto Sans CJK SC"/>
              </a:defRPr>
            </a:lvl2pPr>
            <a:lvl3pPr algn="l">
              <a:defRPr sz="2250" b="0">
                <a:solidFill>
                  <a:srgbClr val="222222"/>
                </a:solidFill>
                <a:latin typeface="Noto Sans CJK SC"/>
                <a:ea typeface="Noto Sans CJK SC"/>
                <a:cs typeface="Noto Sans CJK SC"/>
              </a:defRPr>
            </a:lvl3pPr>
            <a:lvl4pPr algn="l">
              <a:defRPr sz="2250" b="0">
                <a:solidFill>
                  <a:srgbClr val="222222"/>
                </a:solidFill>
                <a:latin typeface="Noto Sans CJK SC"/>
                <a:ea typeface="Noto Sans CJK SC"/>
                <a:cs typeface="Noto Sans CJK SC"/>
              </a:defRPr>
            </a:lvl4pPr>
            <a:lvl5pPr algn="l">
              <a:defRPr sz="2250" b="0">
                <a:solidFill>
                  <a:srgbClr val="222222"/>
                </a:solidFill>
                <a:latin typeface="Noto Sans CJK SC"/>
                <a:ea typeface="Noto Sans CJK SC"/>
                <a:cs typeface="Noto Sans CJK SC"/>
              </a:defRPr>
            </a:lvl5pPr>
            <a:lvl6pPr algn="l">
              <a:defRPr sz="2250" b="0">
                <a:solidFill>
                  <a:srgbClr val="222222"/>
                </a:solidFill>
                <a:latin typeface="Noto Sans CJK SC"/>
                <a:ea typeface="Noto Sans CJK SC"/>
                <a:cs typeface="Noto Sans CJK SC"/>
              </a:defRPr>
            </a:lvl6pPr>
            <a:lvl7pPr algn="l">
              <a:defRPr sz="2250" b="0">
                <a:solidFill>
                  <a:srgbClr val="222222"/>
                </a:solidFill>
                <a:latin typeface="Noto Sans CJK SC"/>
                <a:ea typeface="Noto Sans CJK SC"/>
                <a:cs typeface="Noto Sans CJK SC"/>
              </a:defRPr>
            </a:lvl7pPr>
            <a:lvl8pPr algn="l">
              <a:defRPr sz="2250" b="0">
                <a:solidFill>
                  <a:srgbClr val="222222"/>
                </a:solidFill>
                <a:latin typeface="Noto Sans CJK SC"/>
                <a:ea typeface="Noto Sans CJK SC"/>
                <a:cs typeface="Noto Sans CJK SC"/>
              </a:defRPr>
            </a:lvl8pPr>
            <a:lvl9pPr algn="l">
              <a:defRPr sz="2250" b="0">
                <a:solidFill>
                  <a:srgbClr val="222222"/>
                </a:solidFill>
                <a:latin typeface="Noto Sans CJK SC"/>
                <a:ea typeface="Noto Sans CJK SC"/>
                <a:cs typeface="Noto Sans CJK SC"/>
              </a:defRPr>
            </a:lvl9pPr>
          </a:lstStyle>
          <a:p>
            <a:pPr algn="l">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效用差异</a:t>
            </a:r>
          </a:p>
        </p:txBody>
      </p:sp>
      <p:cxnSp>
        <p:nvCxnSpPr>
          <p:cNvPr id="63" name="reliability-merge-top">
            <a:extLst>
              <a:ext uri="{FF2B5EF4-FFF2-40B4-BE49-F238E27FC236}">
                <a16:creationId xmlns:a16="http://schemas.microsoft.com/office/drawing/2014/main" id="{74EC86B9-7F0E-49C1-9219-0B1EF2E25285}"/>
              </a:ext>
            </a:extLst>
          </p:cNvPr>
          <p:cNvCxnSpPr/>
          <p:nvPr/>
        </p:nvCxnSpPr>
        <p:spPr>
          <a:xfrm flipH="0" flipV="0">
            <a:off x="7277100" y="7019925"/>
            <a:ext cx="295275" cy="0"/>
          </a:xfrm>
          <a:prstGeom prst="straightConnector1">
            <a:avLst/>
          </a:prstGeom>
          <a:ln w="20955">
            <a:solidFill>
              <a:srgbClr val="64686C"/>
            </a:solidFill>
            <a:prstDash val="solid"/>
            <a:tailEnd type="none" w="med" len="med"/>
          </a:ln>
        </p:spPr>
      </p:cxnSp>
      <p:cxnSp>
        <p:nvCxnSpPr>
          <p:cNvPr id="64" name="reliability-merge-bottom">
            <a:extLst>
              <a:ext uri="{FF2B5EF4-FFF2-40B4-BE49-F238E27FC236}">
                <a16:creationId xmlns:a16="http://schemas.microsoft.com/office/drawing/2014/main" id="{DDF60A0E-96D6-46D3-A06B-D783ED30C52E}"/>
              </a:ext>
            </a:extLst>
          </p:cNvPr>
          <p:cNvCxnSpPr/>
          <p:nvPr/>
        </p:nvCxnSpPr>
        <p:spPr>
          <a:xfrm flipH="0" flipV="0">
            <a:off x="7277100" y="8172450"/>
            <a:ext cx="295275" cy="0"/>
          </a:xfrm>
          <a:prstGeom prst="straightConnector1">
            <a:avLst/>
          </a:prstGeom>
          <a:ln w="20955">
            <a:solidFill>
              <a:srgbClr val="64686C"/>
            </a:solidFill>
            <a:prstDash val="solid"/>
            <a:tailEnd type="none" w="med" len="med"/>
          </a:ln>
        </p:spPr>
      </p:cxnSp>
      <p:cxnSp>
        <p:nvCxnSpPr>
          <p:cNvPr id="65" name="reliability-merge">
            <a:extLst>
              <a:ext uri="{FF2B5EF4-FFF2-40B4-BE49-F238E27FC236}">
                <a16:creationId xmlns:a16="http://schemas.microsoft.com/office/drawing/2014/main" id="{63003779-2839-49CE-9A42-7DB199943788}"/>
              </a:ext>
            </a:extLst>
          </p:cNvPr>
          <p:cNvCxnSpPr/>
          <p:nvPr/>
        </p:nvCxnSpPr>
        <p:spPr>
          <a:xfrm flipH="0" flipV="0">
            <a:off x="7572375" y="7019925"/>
            <a:ext cx="0" cy="1152525"/>
          </a:xfrm>
          <a:prstGeom prst="straightConnector1">
            <a:avLst/>
          </a:prstGeom>
          <a:ln w="20955">
            <a:solidFill>
              <a:srgbClr val="64686C"/>
            </a:solidFill>
            <a:prstDash val="solid"/>
            <a:tailEnd type="none" w="med" len="med"/>
          </a:ln>
        </p:spPr>
      </p:cxnSp>
      <p:cxnSp>
        <p:nvCxnSpPr>
          <p:cNvPr id="66" name="reliability-result">
            <a:extLst>
              <a:ext uri="{FF2B5EF4-FFF2-40B4-BE49-F238E27FC236}">
                <a16:creationId xmlns:a16="http://schemas.microsoft.com/office/drawing/2014/main" id="{DB51395A-7E66-4331-B172-CF036D95C480}"/>
              </a:ext>
            </a:extLst>
          </p:cNvPr>
          <p:cNvCxnSpPr/>
          <p:nvPr/>
        </p:nvCxnSpPr>
        <p:spPr>
          <a:xfrm flipH="0" flipV="0">
            <a:off x="7572375" y="7591425"/>
            <a:ext cx="361950" cy="0"/>
          </a:xfrm>
          <a:prstGeom prst="straightConnector1">
            <a:avLst/>
          </a:prstGeom>
          <a:ln w="20955">
            <a:solidFill>
              <a:srgbClr val="64686C"/>
            </a:solidFill>
            <a:prstDash val="solid"/>
            <a:tailEnd type="triangle" w="med" len="med"/>
          </a:ln>
        </p:spPr>
      </p:cxnSp>
      <p:sp>
        <p:nvSpPr>
          <p:cNvPr id="67" name="label-reliability">
            <a:extLst>
              <a:ext uri="{FF2B5EF4-FFF2-40B4-BE49-F238E27FC236}">
                <a16:creationId xmlns:a16="http://schemas.microsoft.com/office/drawing/2014/main" id="{1CB9E108-1456-4025-8922-5E501ABD2CEC}"/>
              </a:ext>
            </a:extLst>
          </p:cNvPr>
          <p:cNvSpPr>
            <a:spLocks noGrp="1"/>
          </p:cNvSpPr>
          <p:nvPr/>
        </p:nvSpPr>
        <p:spPr>
          <a:xfrm>
            <a:off x="7934325" y="7219950"/>
            <a:ext cx="1952625" cy="742950"/>
          </a:xfrm>
          <a:prstGeom prst="rect">
            <a:avLst/>
          </a:prstGeom>
          <a:solidFill>
            <a:srgbClr val="FAF0E7"/>
          </a:solidFill>
          <a:ln w="17145">
            <a:solidFill>
              <a:srgbClr val="AC6A37"/>
            </a:solidFill>
            <a:prstDash val="solid"/>
          </a:ln>
        </p:spPr>
      </p:sp>
      <p:sp>
        <p:nvSpPr>
          <p:cNvPr id="68" name="label-reliability-text">
            <a:extLst>
              <a:ext uri="{FF2B5EF4-FFF2-40B4-BE49-F238E27FC236}">
                <a16:creationId xmlns:a16="http://schemas.microsoft.com/office/drawing/2014/main" id="{ABD34783-C176-4141-97B2-97C513E55C4F}"/>
              </a:ext>
            </a:extLst>
          </p:cNvPr>
          <p:cNvSpPr>
            <a:spLocks noGrp="1"/>
          </p:cNvSpPr>
          <p:nvPr/>
        </p:nvSpPr>
        <p:spPr>
          <a:xfrm>
            <a:off x="8029575" y="7267575"/>
            <a:ext cx="1762125" cy="64770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评价可靠性</a:t>
            </a:r>
          </a:p>
        </p:txBody>
      </p:sp>
      <p:sp>
        <p:nvSpPr>
          <p:cNvPr id="69" name="reliability-before-training">
            <a:extLst>
              <a:ext uri="{FF2B5EF4-FFF2-40B4-BE49-F238E27FC236}">
                <a16:creationId xmlns:a16="http://schemas.microsoft.com/office/drawing/2014/main" id="{CB4060E7-A825-43BA-8F1C-158D6E4BF756}"/>
              </a:ext>
            </a:extLst>
          </p:cNvPr>
          <p:cNvSpPr>
            <a:spLocks noGrp="1"/>
          </p:cNvSpPr>
          <p:nvPr/>
        </p:nvSpPr>
        <p:spPr>
          <a:xfrm>
            <a:off x="381000" y="8724900"/>
            <a:ext cx="9525000" cy="371475"/>
          </a:xfrm>
          <a:prstGeom prst="rect">
            <a:avLst/>
          </a:prstGeom>
          <a:noFill/>
          <a:ln w="0">
            <a:noFill/>
          </a:ln>
        </p:spPr>
        <p:txBody>
          <a:bodyPr wrap="none" lIns="0" tIns="0" rIns="0" bIns="0" anchor="ctr">
            <a:noAutofit/>
          </a:bodyPr>
          <a:lstStyle>
            <a:defPPr algn="l">
              <a:defRPr sz="2175" b="0">
                <a:solidFill>
                  <a:srgbClr val="64686C"/>
                </a:solidFill>
                <a:latin typeface="Noto Sans CJK SC"/>
                <a:ea typeface="Noto Sans CJK SC"/>
                <a:cs typeface="Noto Sans CJK SC"/>
              </a:defRPr>
            </a:defPPr>
            <a:lvl1pPr algn="l">
              <a:defRPr sz="2175" b="0">
                <a:solidFill>
                  <a:srgbClr val="64686C"/>
                </a:solidFill>
                <a:latin typeface="Noto Sans CJK SC"/>
                <a:ea typeface="Noto Sans CJK SC"/>
                <a:cs typeface="Noto Sans CJK SC"/>
              </a:defRPr>
            </a:lvl1pPr>
            <a:lvl2pPr algn="l">
              <a:defRPr sz="2175" b="0">
                <a:solidFill>
                  <a:srgbClr val="64686C"/>
                </a:solidFill>
                <a:latin typeface="Noto Sans CJK SC"/>
                <a:ea typeface="Noto Sans CJK SC"/>
                <a:cs typeface="Noto Sans CJK SC"/>
              </a:defRPr>
            </a:lvl2pPr>
            <a:lvl3pPr algn="l">
              <a:defRPr sz="2175" b="0">
                <a:solidFill>
                  <a:srgbClr val="64686C"/>
                </a:solidFill>
                <a:latin typeface="Noto Sans CJK SC"/>
                <a:ea typeface="Noto Sans CJK SC"/>
                <a:cs typeface="Noto Sans CJK SC"/>
              </a:defRPr>
            </a:lvl3pPr>
            <a:lvl4pPr algn="l">
              <a:defRPr sz="2175" b="0">
                <a:solidFill>
                  <a:srgbClr val="64686C"/>
                </a:solidFill>
                <a:latin typeface="Noto Sans CJK SC"/>
                <a:ea typeface="Noto Sans CJK SC"/>
                <a:cs typeface="Noto Sans CJK SC"/>
              </a:defRPr>
            </a:lvl4pPr>
            <a:lvl5pPr algn="l">
              <a:defRPr sz="2175" b="0">
                <a:solidFill>
                  <a:srgbClr val="64686C"/>
                </a:solidFill>
                <a:latin typeface="Noto Sans CJK SC"/>
                <a:ea typeface="Noto Sans CJK SC"/>
                <a:cs typeface="Noto Sans CJK SC"/>
              </a:defRPr>
            </a:lvl5pPr>
            <a:lvl6pPr algn="l">
              <a:defRPr sz="2175" b="0">
                <a:solidFill>
                  <a:srgbClr val="64686C"/>
                </a:solidFill>
                <a:latin typeface="Noto Sans CJK SC"/>
                <a:ea typeface="Noto Sans CJK SC"/>
                <a:cs typeface="Noto Sans CJK SC"/>
              </a:defRPr>
            </a:lvl6pPr>
            <a:lvl7pPr algn="l">
              <a:defRPr sz="2175" b="0">
                <a:solidFill>
                  <a:srgbClr val="64686C"/>
                </a:solidFill>
                <a:latin typeface="Noto Sans CJK SC"/>
                <a:ea typeface="Noto Sans CJK SC"/>
                <a:cs typeface="Noto Sans CJK SC"/>
              </a:defRPr>
            </a:lvl7pPr>
            <a:lvl8pPr algn="l">
              <a:defRPr sz="2175" b="0">
                <a:solidFill>
                  <a:srgbClr val="64686C"/>
                </a:solidFill>
                <a:latin typeface="Noto Sans CJK SC"/>
                <a:ea typeface="Noto Sans CJK SC"/>
                <a:cs typeface="Noto Sans CJK SC"/>
              </a:defRPr>
            </a:lvl8pPr>
            <a:lvl9pPr algn="l">
              <a:defRPr sz="2175" b="0">
                <a:solidFill>
                  <a:srgbClr val="64686C"/>
                </a:solidFill>
                <a:latin typeface="Noto Sans CJK SC"/>
                <a:ea typeface="Noto Sans CJK SC"/>
                <a:cs typeface="Noto Sans CJK SC"/>
              </a:defRPr>
            </a:lvl9pPr>
          </a:lstStyle>
          <a:p>
            <a:pPr algn="l">
              <a:defRPr sz="2175" b="0">
                <a:solidFill>
                  <a:srgbClr val="64686C"/>
                </a:solidFill>
                <a:latin typeface="Noto Sans CJK SC"/>
                <a:ea typeface="Noto Sans CJK SC"/>
                <a:cs typeface="Noto Sans CJK SC"/>
              </a:defRPr>
            </a:pPr>
            <a:r>
              <a:rPr sz="2175" b="0">
                <a:solidFill>
                  <a:srgbClr val="64686C"/>
                </a:solidFill>
                <a:latin typeface="Noto Sans CJK SC"/>
                <a:ea typeface="Noto Sans CJK SC"/>
                <a:cs typeface="Noto Sans CJK SC"/>
              </a:rPr>
              <a:t>评价可靠后，使用同一批分支数据</a:t>
            </a:r>
          </a:p>
        </p:txBody>
      </p:sp>
      <p:sp>
        <p:nvSpPr>
          <p:cNvPr id="70" name="shared-branch-data">
            <a:extLst>
              <a:ext uri="{FF2B5EF4-FFF2-40B4-BE49-F238E27FC236}">
                <a16:creationId xmlns:a16="http://schemas.microsoft.com/office/drawing/2014/main" id="{3DBA6F0F-53AA-4182-8085-FC3A67B03C71}"/>
              </a:ext>
            </a:extLst>
          </p:cNvPr>
          <p:cNvSpPr>
            <a:spLocks noGrp="1"/>
          </p:cNvSpPr>
          <p:nvPr/>
        </p:nvSpPr>
        <p:spPr>
          <a:xfrm>
            <a:off x="381000" y="9667875"/>
            <a:ext cx="1952625" cy="647700"/>
          </a:xfrm>
          <a:prstGeom prst="rect">
            <a:avLst/>
          </a:prstGeom>
          <a:solidFill>
            <a:srgbClr val="F4F5F5"/>
          </a:solidFill>
          <a:ln w="17145">
            <a:solidFill>
              <a:srgbClr val="A6AAAD"/>
            </a:solidFill>
            <a:prstDash val="solid"/>
          </a:ln>
        </p:spPr>
      </p:sp>
      <p:sp>
        <p:nvSpPr>
          <p:cNvPr id="71" name="shared-branch-data-text">
            <a:extLst>
              <a:ext uri="{FF2B5EF4-FFF2-40B4-BE49-F238E27FC236}">
                <a16:creationId xmlns:a16="http://schemas.microsoft.com/office/drawing/2014/main" id="{6965A841-C6B7-4267-8539-0334A791AC2A}"/>
              </a:ext>
            </a:extLst>
          </p:cNvPr>
          <p:cNvSpPr>
            <a:spLocks noGrp="1"/>
          </p:cNvSpPr>
          <p:nvPr/>
        </p:nvSpPr>
        <p:spPr>
          <a:xfrm>
            <a:off x="476250" y="9715500"/>
            <a:ext cx="1762125" cy="55245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同一批数据</a:t>
            </a:r>
          </a:p>
        </p:txBody>
      </p:sp>
      <p:cxnSp>
        <p:nvCxnSpPr>
          <p:cNvPr id="72" name="ablation-fork-in">
            <a:extLst>
              <a:ext uri="{FF2B5EF4-FFF2-40B4-BE49-F238E27FC236}">
                <a16:creationId xmlns:a16="http://schemas.microsoft.com/office/drawing/2014/main" id="{9B82B184-6993-4DA9-8798-C4778E0A3EC0}"/>
              </a:ext>
            </a:extLst>
          </p:cNvPr>
          <p:cNvCxnSpPr/>
          <p:nvPr/>
        </p:nvCxnSpPr>
        <p:spPr>
          <a:xfrm flipH="0" flipV="0">
            <a:off x="2333625" y="9991725"/>
            <a:ext cx="304800" cy="0"/>
          </a:xfrm>
          <a:prstGeom prst="straightConnector1">
            <a:avLst/>
          </a:prstGeom>
          <a:ln w="20955">
            <a:solidFill>
              <a:srgbClr val="64686C"/>
            </a:solidFill>
            <a:prstDash val="solid"/>
            <a:tailEnd type="none" w="med" len="med"/>
          </a:ln>
        </p:spPr>
      </p:cxnSp>
      <p:cxnSp>
        <p:nvCxnSpPr>
          <p:cNvPr id="73" name="ablation-fork">
            <a:extLst>
              <a:ext uri="{FF2B5EF4-FFF2-40B4-BE49-F238E27FC236}">
                <a16:creationId xmlns:a16="http://schemas.microsoft.com/office/drawing/2014/main" id="{C4595E78-2BC7-48AA-862D-79117D3D739D}"/>
              </a:ext>
            </a:extLst>
          </p:cNvPr>
          <p:cNvCxnSpPr/>
          <p:nvPr/>
        </p:nvCxnSpPr>
        <p:spPr>
          <a:xfrm flipH="0" flipV="0">
            <a:off x="2638425" y="9496425"/>
            <a:ext cx="0" cy="981075"/>
          </a:xfrm>
          <a:prstGeom prst="straightConnector1">
            <a:avLst/>
          </a:prstGeom>
          <a:ln w="20955">
            <a:solidFill>
              <a:srgbClr val="64686C"/>
            </a:solidFill>
            <a:prstDash val="solid"/>
            <a:tailEnd type="none" w="med" len="med"/>
          </a:ln>
        </p:spPr>
      </p:cxnSp>
      <p:cxnSp>
        <p:nvCxnSpPr>
          <p:cNvPr id="74" name="no-aux-in">
            <a:extLst>
              <a:ext uri="{FF2B5EF4-FFF2-40B4-BE49-F238E27FC236}">
                <a16:creationId xmlns:a16="http://schemas.microsoft.com/office/drawing/2014/main" id="{9A5FD130-7AD9-4069-872B-7451BB466611}"/>
              </a:ext>
            </a:extLst>
          </p:cNvPr>
          <p:cNvCxnSpPr/>
          <p:nvPr/>
        </p:nvCxnSpPr>
        <p:spPr>
          <a:xfrm flipH="0" flipV="0">
            <a:off x="2638425" y="9496425"/>
            <a:ext cx="400050" cy="0"/>
          </a:xfrm>
          <a:prstGeom prst="straightConnector1">
            <a:avLst/>
          </a:prstGeom>
          <a:ln w="20955">
            <a:solidFill>
              <a:srgbClr val="64686C"/>
            </a:solidFill>
            <a:prstDash val="solid"/>
            <a:tailEnd type="triangle" w="med" len="med"/>
          </a:ln>
        </p:spPr>
      </p:cxnSp>
      <p:cxnSp>
        <p:nvCxnSpPr>
          <p:cNvPr id="75" name="aux-in">
            <a:extLst>
              <a:ext uri="{FF2B5EF4-FFF2-40B4-BE49-F238E27FC236}">
                <a16:creationId xmlns:a16="http://schemas.microsoft.com/office/drawing/2014/main" id="{17B967D0-7702-4426-87A7-A9108FDF4E3D}"/>
              </a:ext>
            </a:extLst>
          </p:cNvPr>
          <p:cNvCxnSpPr/>
          <p:nvPr/>
        </p:nvCxnSpPr>
        <p:spPr>
          <a:xfrm flipH="0" flipV="0">
            <a:off x="2638425" y="10477500"/>
            <a:ext cx="400050" cy="0"/>
          </a:xfrm>
          <a:prstGeom prst="straightConnector1">
            <a:avLst/>
          </a:prstGeom>
          <a:ln w="20955">
            <a:solidFill>
              <a:srgbClr val="64686C"/>
            </a:solidFill>
            <a:prstDash val="solid"/>
            <a:tailEnd type="triangle" w="med" len="med"/>
          </a:ln>
        </p:spPr>
      </p:cxnSp>
      <p:sp>
        <p:nvSpPr>
          <p:cNvPr id="76" name="no-auxiliary-target">
            <a:extLst>
              <a:ext uri="{FF2B5EF4-FFF2-40B4-BE49-F238E27FC236}">
                <a16:creationId xmlns:a16="http://schemas.microsoft.com/office/drawing/2014/main" id="{4C0D876D-31CC-4938-8C56-69D158A53C30}"/>
              </a:ext>
            </a:extLst>
          </p:cNvPr>
          <p:cNvSpPr>
            <a:spLocks noGrp="1"/>
          </p:cNvSpPr>
          <p:nvPr/>
        </p:nvSpPr>
        <p:spPr>
          <a:xfrm>
            <a:off x="3038475" y="9201150"/>
            <a:ext cx="2219325" cy="590550"/>
          </a:xfrm>
          <a:prstGeom prst="rect">
            <a:avLst/>
          </a:prstGeom>
          <a:solidFill>
            <a:srgbClr val="F4F5F5"/>
          </a:solidFill>
          <a:ln w="17145">
            <a:solidFill>
              <a:srgbClr val="A6AAAD"/>
            </a:solidFill>
            <a:prstDash val="solid"/>
          </a:ln>
        </p:spPr>
      </p:sp>
      <p:sp>
        <p:nvSpPr>
          <p:cNvPr id="77" name="no-auxiliary-target-text">
            <a:extLst>
              <a:ext uri="{FF2B5EF4-FFF2-40B4-BE49-F238E27FC236}">
                <a16:creationId xmlns:a16="http://schemas.microsoft.com/office/drawing/2014/main" id="{EBECE75C-85B6-4592-B383-B315EDD1288B}"/>
              </a:ext>
            </a:extLst>
          </p:cNvPr>
          <p:cNvSpPr>
            <a:spLocks noGrp="1"/>
          </p:cNvSpPr>
          <p:nvPr/>
        </p:nvSpPr>
        <p:spPr>
          <a:xfrm>
            <a:off x="3133725" y="9248775"/>
            <a:ext cx="2028825" cy="49530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无辅助目标</a:t>
            </a:r>
          </a:p>
        </p:txBody>
      </p:sp>
      <p:sp>
        <p:nvSpPr>
          <p:cNvPr id="78" name="with-auxiliary-target">
            <a:extLst>
              <a:ext uri="{FF2B5EF4-FFF2-40B4-BE49-F238E27FC236}">
                <a16:creationId xmlns:a16="http://schemas.microsoft.com/office/drawing/2014/main" id="{D7727654-A858-4C70-82E6-B35312301C41}"/>
              </a:ext>
            </a:extLst>
          </p:cNvPr>
          <p:cNvSpPr>
            <a:spLocks noGrp="1"/>
          </p:cNvSpPr>
          <p:nvPr/>
        </p:nvSpPr>
        <p:spPr>
          <a:xfrm>
            <a:off x="3038475" y="10182225"/>
            <a:ext cx="2219325" cy="590550"/>
          </a:xfrm>
          <a:prstGeom prst="rect">
            <a:avLst/>
          </a:prstGeom>
          <a:solidFill>
            <a:srgbClr val="FAF0E7"/>
          </a:solidFill>
          <a:ln w="17145">
            <a:solidFill>
              <a:srgbClr val="AC6A37"/>
            </a:solidFill>
            <a:prstDash val="solid"/>
          </a:ln>
        </p:spPr>
      </p:sp>
      <p:sp>
        <p:nvSpPr>
          <p:cNvPr id="79" name="with-auxiliary-target-text">
            <a:extLst>
              <a:ext uri="{FF2B5EF4-FFF2-40B4-BE49-F238E27FC236}">
                <a16:creationId xmlns:a16="http://schemas.microsoft.com/office/drawing/2014/main" id="{044CF0D3-B197-4CDE-AC85-C39CFE97C47C}"/>
              </a:ext>
            </a:extLst>
          </p:cNvPr>
          <p:cNvSpPr>
            <a:spLocks noGrp="1"/>
          </p:cNvSpPr>
          <p:nvPr/>
        </p:nvSpPr>
        <p:spPr>
          <a:xfrm>
            <a:off x="3133725" y="10229850"/>
            <a:ext cx="2028825" cy="49530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有辅助目标</a:t>
            </a:r>
          </a:p>
        </p:txBody>
      </p:sp>
      <p:cxnSp>
        <p:nvCxnSpPr>
          <p:cNvPr id="80" name="no-aux-output">
            <a:extLst>
              <a:ext uri="{FF2B5EF4-FFF2-40B4-BE49-F238E27FC236}">
                <a16:creationId xmlns:a16="http://schemas.microsoft.com/office/drawing/2014/main" id="{521DB2C8-7C92-4565-84C4-0603B7C246B9}"/>
              </a:ext>
            </a:extLst>
          </p:cNvPr>
          <p:cNvCxnSpPr/>
          <p:nvPr/>
        </p:nvCxnSpPr>
        <p:spPr>
          <a:xfrm flipH="0" flipV="0">
            <a:off x="5257800" y="9496425"/>
            <a:ext cx="581025" cy="0"/>
          </a:xfrm>
          <a:prstGeom prst="straightConnector1">
            <a:avLst/>
          </a:prstGeom>
          <a:ln w="20955">
            <a:solidFill>
              <a:srgbClr val="64686C"/>
            </a:solidFill>
            <a:prstDash val="solid"/>
            <a:tailEnd type="none" w="med" len="med"/>
          </a:ln>
        </p:spPr>
      </p:cxnSp>
      <p:cxnSp>
        <p:nvCxnSpPr>
          <p:cNvPr id="81" name="aux-output">
            <a:extLst>
              <a:ext uri="{FF2B5EF4-FFF2-40B4-BE49-F238E27FC236}">
                <a16:creationId xmlns:a16="http://schemas.microsoft.com/office/drawing/2014/main" id="{CA55853B-D413-4F09-9170-AFEB25FF74A4}"/>
              </a:ext>
            </a:extLst>
          </p:cNvPr>
          <p:cNvCxnSpPr/>
          <p:nvPr/>
        </p:nvCxnSpPr>
        <p:spPr>
          <a:xfrm flipH="0" flipV="0">
            <a:off x="5257800" y="10477500"/>
            <a:ext cx="581025" cy="0"/>
          </a:xfrm>
          <a:prstGeom prst="straightConnector1">
            <a:avLst/>
          </a:prstGeom>
          <a:ln w="20955">
            <a:solidFill>
              <a:srgbClr val="64686C"/>
            </a:solidFill>
            <a:prstDash val="solid"/>
            <a:tailEnd type="none" w="med" len="med"/>
          </a:ln>
        </p:spPr>
      </p:cxnSp>
      <p:cxnSp>
        <p:nvCxnSpPr>
          <p:cNvPr id="82" name="ablation-merge">
            <a:extLst>
              <a:ext uri="{FF2B5EF4-FFF2-40B4-BE49-F238E27FC236}">
                <a16:creationId xmlns:a16="http://schemas.microsoft.com/office/drawing/2014/main" id="{42D04113-2A48-4C8B-A02F-3AF7638952BC}"/>
              </a:ext>
            </a:extLst>
          </p:cNvPr>
          <p:cNvCxnSpPr/>
          <p:nvPr/>
        </p:nvCxnSpPr>
        <p:spPr>
          <a:xfrm flipH="0" flipV="0">
            <a:off x="5838825" y="9496425"/>
            <a:ext cx="0" cy="981075"/>
          </a:xfrm>
          <a:prstGeom prst="straightConnector1">
            <a:avLst/>
          </a:prstGeom>
          <a:ln w="20955">
            <a:solidFill>
              <a:srgbClr val="64686C"/>
            </a:solidFill>
            <a:prstDash val="solid"/>
            <a:tailEnd type="none" w="med" len="med"/>
          </a:ln>
        </p:spPr>
      </p:cxnSp>
      <p:cxnSp>
        <p:nvCxnSpPr>
          <p:cNvPr id="83" name="ablation-readout">
            <a:extLst>
              <a:ext uri="{FF2B5EF4-FFF2-40B4-BE49-F238E27FC236}">
                <a16:creationId xmlns:a16="http://schemas.microsoft.com/office/drawing/2014/main" id="{7C694025-B077-4A38-9409-190DE02FC0AE}"/>
              </a:ext>
            </a:extLst>
          </p:cNvPr>
          <p:cNvCxnSpPr/>
          <p:nvPr/>
        </p:nvCxnSpPr>
        <p:spPr>
          <a:xfrm flipH="0" flipV="0">
            <a:off x="5838825" y="9991725"/>
            <a:ext cx="485775" cy="0"/>
          </a:xfrm>
          <a:prstGeom prst="straightConnector1">
            <a:avLst/>
          </a:prstGeom>
          <a:ln w="20955">
            <a:solidFill>
              <a:srgbClr val="64686C"/>
            </a:solidFill>
            <a:prstDash val="solid"/>
            <a:tailEnd type="triangle" w="med" len="med"/>
          </a:ln>
        </p:spPr>
      </p:cxnSp>
      <p:sp>
        <p:nvSpPr>
          <p:cNvPr id="84" name="readout">
            <a:extLst>
              <a:ext uri="{FF2B5EF4-FFF2-40B4-BE49-F238E27FC236}">
                <a16:creationId xmlns:a16="http://schemas.microsoft.com/office/drawing/2014/main" id="{49348989-7F16-43E5-BB52-1BC154261683}"/>
              </a:ext>
            </a:extLst>
          </p:cNvPr>
          <p:cNvSpPr>
            <a:spLocks noGrp="1"/>
          </p:cNvSpPr>
          <p:nvPr/>
        </p:nvSpPr>
        <p:spPr>
          <a:xfrm>
            <a:off x="6486525" y="9715500"/>
            <a:ext cx="3352800" cy="552450"/>
          </a:xfrm>
          <a:prstGeom prst="rect">
            <a:avLst/>
          </a:prstGeom>
          <a:noFill/>
          <a:ln w="0">
            <a:noFill/>
          </a:ln>
        </p:spPr>
        <p:txBody>
          <a:bodyPr wrap="none" lIns="0" tIns="0" rIns="0" bIns="0" anchor="ctr">
            <a:noAutofit/>
          </a:bodyPr>
          <a:lstStyle>
            <a:defPPr algn="ctr">
              <a:defRPr sz="2400" b="0">
                <a:solidFill>
                  <a:srgbClr val="222222"/>
                </a:solidFill>
                <a:latin typeface="Noto Sans CJK SC"/>
                <a:ea typeface="Noto Sans CJK SC"/>
                <a:cs typeface="Noto Sans CJK SC"/>
              </a:defRPr>
            </a:defPPr>
            <a:lvl1pPr algn="ctr">
              <a:defRPr sz="2400" b="0">
                <a:solidFill>
                  <a:srgbClr val="222222"/>
                </a:solidFill>
                <a:latin typeface="Noto Sans CJK SC"/>
                <a:ea typeface="Noto Sans CJK SC"/>
                <a:cs typeface="Noto Sans CJK SC"/>
              </a:defRPr>
            </a:lvl1pPr>
            <a:lvl2pPr algn="ctr">
              <a:defRPr sz="2400" b="0">
                <a:solidFill>
                  <a:srgbClr val="222222"/>
                </a:solidFill>
                <a:latin typeface="Noto Sans CJK SC"/>
                <a:ea typeface="Noto Sans CJK SC"/>
                <a:cs typeface="Noto Sans CJK SC"/>
              </a:defRPr>
            </a:lvl2pPr>
            <a:lvl3pPr algn="ctr">
              <a:defRPr sz="2400" b="0">
                <a:solidFill>
                  <a:srgbClr val="222222"/>
                </a:solidFill>
                <a:latin typeface="Noto Sans CJK SC"/>
                <a:ea typeface="Noto Sans CJK SC"/>
                <a:cs typeface="Noto Sans CJK SC"/>
              </a:defRPr>
            </a:lvl3pPr>
            <a:lvl4pPr algn="ctr">
              <a:defRPr sz="2400" b="0">
                <a:solidFill>
                  <a:srgbClr val="222222"/>
                </a:solidFill>
                <a:latin typeface="Noto Sans CJK SC"/>
                <a:ea typeface="Noto Sans CJK SC"/>
                <a:cs typeface="Noto Sans CJK SC"/>
              </a:defRPr>
            </a:lvl4pPr>
            <a:lvl5pPr algn="ctr">
              <a:defRPr sz="2400" b="0">
                <a:solidFill>
                  <a:srgbClr val="222222"/>
                </a:solidFill>
                <a:latin typeface="Noto Sans CJK SC"/>
                <a:ea typeface="Noto Sans CJK SC"/>
                <a:cs typeface="Noto Sans CJK SC"/>
              </a:defRPr>
            </a:lvl5pPr>
            <a:lvl6pPr algn="ctr">
              <a:defRPr sz="2400" b="0">
                <a:solidFill>
                  <a:srgbClr val="222222"/>
                </a:solidFill>
                <a:latin typeface="Noto Sans CJK SC"/>
                <a:ea typeface="Noto Sans CJK SC"/>
                <a:cs typeface="Noto Sans CJK SC"/>
              </a:defRPr>
            </a:lvl6pPr>
            <a:lvl7pPr algn="ctr">
              <a:defRPr sz="2400" b="0">
                <a:solidFill>
                  <a:srgbClr val="222222"/>
                </a:solidFill>
                <a:latin typeface="Noto Sans CJK SC"/>
                <a:ea typeface="Noto Sans CJK SC"/>
                <a:cs typeface="Noto Sans CJK SC"/>
              </a:defRPr>
            </a:lvl7pPr>
            <a:lvl8pPr algn="ctr">
              <a:defRPr sz="2400" b="0">
                <a:solidFill>
                  <a:srgbClr val="222222"/>
                </a:solidFill>
                <a:latin typeface="Noto Sans CJK SC"/>
                <a:ea typeface="Noto Sans CJK SC"/>
                <a:cs typeface="Noto Sans CJK SC"/>
              </a:defRPr>
            </a:lvl8pPr>
            <a:lvl9pPr algn="ctr">
              <a:defRPr sz="2400" b="0">
                <a:solidFill>
                  <a:srgbClr val="222222"/>
                </a:solidFill>
                <a:latin typeface="Noto Sans CJK SC"/>
                <a:ea typeface="Noto Sans CJK SC"/>
                <a:cs typeface="Noto Sans CJK SC"/>
              </a:defRPr>
            </a:lvl9pPr>
          </a:lstStyle>
          <a:p>
            <a:pPr algn="ctr">
              <a:defRPr sz="2400" b="0">
                <a:solidFill>
                  <a:srgbClr val="222222"/>
                </a:solidFill>
                <a:latin typeface="Noto Sans CJK SC"/>
                <a:ea typeface="Noto Sans CJK SC"/>
                <a:cs typeface="Noto Sans CJK SC"/>
              </a:defRPr>
            </a:pPr>
            <a:r>
              <a:rPr sz="2400" b="0">
                <a:solidFill>
                  <a:srgbClr val="222222"/>
                </a:solidFill>
                <a:latin typeface="Noto Sans CJK SC"/>
                <a:ea typeface="Noto Sans CJK SC"/>
                <a:cs typeface="Noto Sans CJK SC"/>
              </a:rPr>
              <a:t>比较闭环表现</a:t>
            </a:r>
          </a:p>
        </p:txBody>
      </p:sp>
      <p:cxnSp>
        <p:nvCxnSpPr>
          <p:cNvPr id="85" name="lower-panel-divider">
            <a:extLst>
              <a:ext uri="{FF2B5EF4-FFF2-40B4-BE49-F238E27FC236}">
                <a16:creationId xmlns:a16="http://schemas.microsoft.com/office/drawing/2014/main" id="{FBB1ACCA-B052-46B3-9D39-D10654DBF92B}"/>
              </a:ext>
            </a:extLst>
          </p:cNvPr>
          <p:cNvCxnSpPr/>
          <p:nvPr/>
        </p:nvCxnSpPr>
        <p:spPr>
          <a:xfrm flipH="0" flipV="0">
            <a:off x="10287000" y="5524500"/>
            <a:ext cx="0" cy="5248275"/>
          </a:xfrm>
          <a:prstGeom prst="straightConnector1">
            <a:avLst/>
          </a:prstGeom>
          <a:ln w="12383">
            <a:solidFill>
              <a:srgbClr val="CCD0D2"/>
            </a:solidFill>
            <a:prstDash val="solid"/>
            <a:tailEnd type="none" w="med" len="med"/>
          </a:ln>
        </p:spPr>
      </p:cxnSp>
      <p:sp>
        <p:nvSpPr>
          <p:cNvPr id="86" name="panel-d">
            <a:extLst>
              <a:ext uri="{FF2B5EF4-FFF2-40B4-BE49-F238E27FC236}">
                <a16:creationId xmlns:a16="http://schemas.microsoft.com/office/drawing/2014/main" id="{CD7A2E83-85CD-470D-94C9-4458EC16F00B}"/>
              </a:ext>
            </a:extLst>
          </p:cNvPr>
          <p:cNvSpPr>
            <a:spLocks noGrp="1"/>
          </p:cNvSpPr>
          <p:nvPr/>
        </p:nvSpPr>
        <p:spPr>
          <a:xfrm>
            <a:off x="10601325" y="5514975"/>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d</a:t>
            </a:r>
          </a:p>
        </p:txBody>
      </p:sp>
      <p:sp>
        <p:nvSpPr>
          <p:cNvPr id="87" name="title-d">
            <a:extLst>
              <a:ext uri="{FF2B5EF4-FFF2-40B4-BE49-F238E27FC236}">
                <a16:creationId xmlns:a16="http://schemas.microsoft.com/office/drawing/2014/main" id="{BC8E4B91-57AC-463A-BAB9-B9F5D80E25EE}"/>
              </a:ext>
            </a:extLst>
          </p:cNvPr>
          <p:cNvSpPr>
            <a:spLocks noGrp="1"/>
          </p:cNvSpPr>
          <p:nvPr/>
        </p:nvSpPr>
        <p:spPr>
          <a:xfrm>
            <a:off x="11029950" y="5514975"/>
            <a:ext cx="3752850" cy="457200"/>
          </a:xfrm>
          <a:prstGeom prst="rect">
            <a:avLst/>
          </a:prstGeom>
          <a:noFill/>
          <a:ln w="0">
            <a:noFill/>
          </a:ln>
        </p:spPr>
        <p:txBody>
          <a:bodyPr wrap="none" lIns="0" tIns="0" rIns="0" bIns="0" anchor="ctr">
            <a:noAutofit/>
          </a:bodyPr>
          <a:lstStyle>
            <a:defPPr algn="l">
              <a:defRPr sz="2625" b="1">
                <a:solidFill>
                  <a:srgbClr val="222222"/>
                </a:solidFill>
                <a:latin typeface="Noto Sans CJK SC"/>
                <a:ea typeface="Noto Sans CJK SC"/>
                <a:cs typeface="Noto Sans CJK SC"/>
              </a:defRPr>
            </a:defPPr>
            <a:lvl1pPr algn="l">
              <a:defRPr sz="2625" b="1">
                <a:solidFill>
                  <a:srgbClr val="222222"/>
                </a:solidFill>
                <a:latin typeface="Noto Sans CJK SC"/>
                <a:ea typeface="Noto Sans CJK SC"/>
                <a:cs typeface="Noto Sans CJK SC"/>
              </a:defRPr>
            </a:lvl1pPr>
            <a:lvl2pPr algn="l">
              <a:defRPr sz="2625" b="1">
                <a:solidFill>
                  <a:srgbClr val="222222"/>
                </a:solidFill>
                <a:latin typeface="Noto Sans CJK SC"/>
                <a:ea typeface="Noto Sans CJK SC"/>
                <a:cs typeface="Noto Sans CJK SC"/>
              </a:defRPr>
            </a:lvl2pPr>
            <a:lvl3pPr algn="l">
              <a:defRPr sz="2625" b="1">
                <a:solidFill>
                  <a:srgbClr val="222222"/>
                </a:solidFill>
                <a:latin typeface="Noto Sans CJK SC"/>
                <a:ea typeface="Noto Sans CJK SC"/>
                <a:cs typeface="Noto Sans CJK SC"/>
              </a:defRPr>
            </a:lvl3pPr>
            <a:lvl4pPr algn="l">
              <a:defRPr sz="2625" b="1">
                <a:solidFill>
                  <a:srgbClr val="222222"/>
                </a:solidFill>
                <a:latin typeface="Noto Sans CJK SC"/>
                <a:ea typeface="Noto Sans CJK SC"/>
                <a:cs typeface="Noto Sans CJK SC"/>
              </a:defRPr>
            </a:lvl4pPr>
            <a:lvl5pPr algn="l">
              <a:defRPr sz="2625" b="1">
                <a:solidFill>
                  <a:srgbClr val="222222"/>
                </a:solidFill>
                <a:latin typeface="Noto Sans CJK SC"/>
                <a:ea typeface="Noto Sans CJK SC"/>
                <a:cs typeface="Noto Sans CJK SC"/>
              </a:defRPr>
            </a:lvl5pPr>
            <a:lvl6pPr algn="l">
              <a:defRPr sz="2625" b="1">
                <a:solidFill>
                  <a:srgbClr val="222222"/>
                </a:solidFill>
                <a:latin typeface="Noto Sans CJK SC"/>
                <a:ea typeface="Noto Sans CJK SC"/>
                <a:cs typeface="Noto Sans CJK SC"/>
              </a:defRPr>
            </a:lvl6pPr>
            <a:lvl7pPr algn="l">
              <a:defRPr sz="2625" b="1">
                <a:solidFill>
                  <a:srgbClr val="222222"/>
                </a:solidFill>
                <a:latin typeface="Noto Sans CJK SC"/>
                <a:ea typeface="Noto Sans CJK SC"/>
                <a:cs typeface="Noto Sans CJK SC"/>
              </a:defRPr>
            </a:lvl7pPr>
            <a:lvl8pPr algn="l">
              <a:defRPr sz="2625" b="1">
                <a:solidFill>
                  <a:srgbClr val="222222"/>
                </a:solidFill>
                <a:latin typeface="Noto Sans CJK SC"/>
                <a:ea typeface="Noto Sans CJK SC"/>
                <a:cs typeface="Noto Sans CJK SC"/>
              </a:defRPr>
            </a:lvl8pPr>
            <a:lvl9pPr algn="l">
              <a:defRPr sz="2625" b="1">
                <a:solidFill>
                  <a:srgbClr val="222222"/>
                </a:solidFill>
                <a:latin typeface="Noto Sans CJK SC"/>
                <a:ea typeface="Noto Sans CJK SC"/>
                <a:cs typeface="Noto Sans CJK SC"/>
              </a:defRPr>
            </a:lvl9pPr>
          </a:lstStyle>
          <a:p>
            <a:pPr algn="l">
              <a:defRPr sz="2625" b="1">
                <a:solidFill>
                  <a:srgbClr val="222222"/>
                </a:solidFill>
                <a:latin typeface="Noto Sans CJK SC"/>
                <a:ea typeface="Noto Sans CJK SC"/>
                <a:cs typeface="Noto Sans CJK SC"/>
              </a:defRPr>
            </a:pPr>
            <a:r>
              <a:rPr sz="2625" b="1">
                <a:solidFill>
                  <a:srgbClr val="222222"/>
                </a:solidFill>
                <a:latin typeface="Noto Sans CJK SC"/>
                <a:ea typeface="Noto Sans CJK SC"/>
                <a:cs typeface="Noto Sans CJK SC"/>
              </a:rPr>
              <a:t>闭环收益与适用范围</a:t>
            </a:r>
          </a:p>
        </p:txBody>
      </p:sp>
      <p:sp>
        <p:nvSpPr>
          <p:cNvPr id="88" name="equal-budget">
            <a:extLst>
              <a:ext uri="{FF2B5EF4-FFF2-40B4-BE49-F238E27FC236}">
                <a16:creationId xmlns:a16="http://schemas.microsoft.com/office/drawing/2014/main" id="{1BB85250-7311-4DC3-8EA4-2C0B915C6112}"/>
              </a:ext>
            </a:extLst>
          </p:cNvPr>
          <p:cNvSpPr>
            <a:spLocks noGrp="1"/>
          </p:cNvSpPr>
          <p:nvPr/>
        </p:nvSpPr>
        <p:spPr>
          <a:xfrm>
            <a:off x="10601325" y="6086475"/>
            <a:ext cx="4181475" cy="381000"/>
          </a:xfrm>
          <a:prstGeom prst="rect">
            <a:avLst/>
          </a:prstGeom>
          <a:noFill/>
          <a:ln w="0">
            <a:noFill/>
          </a:ln>
        </p:spPr>
        <p:txBody>
          <a:bodyPr wrap="none" lIns="0" tIns="0" rIns="0" bIns="0" anchor="ctr">
            <a:noAutofit/>
          </a:bodyPr>
          <a:lstStyle>
            <a:defPPr algn="l">
              <a:defRPr sz="2175" b="0">
                <a:solidFill>
                  <a:srgbClr val="64686C"/>
                </a:solidFill>
                <a:latin typeface="Noto Sans CJK SC"/>
                <a:ea typeface="Noto Sans CJK SC"/>
                <a:cs typeface="Noto Sans CJK SC"/>
              </a:defRPr>
            </a:defPPr>
            <a:lvl1pPr algn="l">
              <a:defRPr sz="2175" b="0">
                <a:solidFill>
                  <a:srgbClr val="64686C"/>
                </a:solidFill>
                <a:latin typeface="Noto Sans CJK SC"/>
                <a:ea typeface="Noto Sans CJK SC"/>
                <a:cs typeface="Noto Sans CJK SC"/>
              </a:defRPr>
            </a:lvl1pPr>
            <a:lvl2pPr algn="l">
              <a:defRPr sz="2175" b="0">
                <a:solidFill>
                  <a:srgbClr val="64686C"/>
                </a:solidFill>
                <a:latin typeface="Noto Sans CJK SC"/>
                <a:ea typeface="Noto Sans CJK SC"/>
                <a:cs typeface="Noto Sans CJK SC"/>
              </a:defRPr>
            </a:lvl2pPr>
            <a:lvl3pPr algn="l">
              <a:defRPr sz="2175" b="0">
                <a:solidFill>
                  <a:srgbClr val="64686C"/>
                </a:solidFill>
                <a:latin typeface="Noto Sans CJK SC"/>
                <a:ea typeface="Noto Sans CJK SC"/>
                <a:cs typeface="Noto Sans CJK SC"/>
              </a:defRPr>
            </a:lvl3pPr>
            <a:lvl4pPr algn="l">
              <a:defRPr sz="2175" b="0">
                <a:solidFill>
                  <a:srgbClr val="64686C"/>
                </a:solidFill>
                <a:latin typeface="Noto Sans CJK SC"/>
                <a:ea typeface="Noto Sans CJK SC"/>
                <a:cs typeface="Noto Sans CJK SC"/>
              </a:defRPr>
            </a:lvl4pPr>
            <a:lvl5pPr algn="l">
              <a:defRPr sz="2175" b="0">
                <a:solidFill>
                  <a:srgbClr val="64686C"/>
                </a:solidFill>
                <a:latin typeface="Noto Sans CJK SC"/>
                <a:ea typeface="Noto Sans CJK SC"/>
                <a:cs typeface="Noto Sans CJK SC"/>
              </a:defRPr>
            </a:lvl5pPr>
            <a:lvl6pPr algn="l">
              <a:defRPr sz="2175" b="0">
                <a:solidFill>
                  <a:srgbClr val="64686C"/>
                </a:solidFill>
                <a:latin typeface="Noto Sans CJK SC"/>
                <a:ea typeface="Noto Sans CJK SC"/>
                <a:cs typeface="Noto Sans CJK SC"/>
              </a:defRPr>
            </a:lvl6pPr>
            <a:lvl7pPr algn="l">
              <a:defRPr sz="2175" b="0">
                <a:solidFill>
                  <a:srgbClr val="64686C"/>
                </a:solidFill>
                <a:latin typeface="Noto Sans CJK SC"/>
                <a:ea typeface="Noto Sans CJK SC"/>
                <a:cs typeface="Noto Sans CJK SC"/>
              </a:defRPr>
            </a:lvl7pPr>
            <a:lvl8pPr algn="l">
              <a:defRPr sz="2175" b="0">
                <a:solidFill>
                  <a:srgbClr val="64686C"/>
                </a:solidFill>
                <a:latin typeface="Noto Sans CJK SC"/>
                <a:ea typeface="Noto Sans CJK SC"/>
                <a:cs typeface="Noto Sans CJK SC"/>
              </a:defRPr>
            </a:lvl8pPr>
            <a:lvl9pPr algn="l">
              <a:defRPr sz="2175" b="0">
                <a:solidFill>
                  <a:srgbClr val="64686C"/>
                </a:solidFill>
                <a:latin typeface="Noto Sans CJK SC"/>
                <a:ea typeface="Noto Sans CJK SC"/>
                <a:cs typeface="Noto Sans CJK SC"/>
              </a:defRPr>
            </a:lvl9pPr>
          </a:lstStyle>
          <a:p>
            <a:pPr algn="l">
              <a:defRPr sz="2175" b="0">
                <a:solidFill>
                  <a:srgbClr val="64686C"/>
                </a:solidFill>
                <a:latin typeface="Noto Sans CJK SC"/>
                <a:ea typeface="Noto Sans CJK SC"/>
                <a:cs typeface="Noto Sans CJK SC"/>
              </a:defRPr>
            </a:pPr>
            <a:r>
              <a:rPr sz="2175" b="0">
                <a:solidFill>
                  <a:srgbClr val="64686C"/>
                </a:solidFill>
                <a:latin typeface="Noto Sans CJK SC"/>
                <a:ea typeface="Noto Sans CJK SC"/>
                <a:cs typeface="Noto Sans CJK SC"/>
              </a:rPr>
              <a:t>相同总物理交互预算</a:t>
            </a:r>
          </a:p>
        </p:txBody>
      </p:sp>
      <p:sp>
        <p:nvSpPr>
          <p:cNvPr id="89" name="budget-auxiliary">
            <a:extLst>
              <a:ext uri="{FF2B5EF4-FFF2-40B4-BE49-F238E27FC236}">
                <a16:creationId xmlns:a16="http://schemas.microsoft.com/office/drawing/2014/main" id="{4CC4A400-8A92-4419-B95A-451079EA488E}"/>
              </a:ext>
            </a:extLst>
          </p:cNvPr>
          <p:cNvSpPr>
            <a:spLocks noGrp="1"/>
          </p:cNvSpPr>
          <p:nvPr/>
        </p:nvSpPr>
        <p:spPr>
          <a:xfrm>
            <a:off x="10601325" y="6705600"/>
            <a:ext cx="4181475" cy="514350"/>
          </a:xfrm>
          <a:prstGeom prst="rect">
            <a:avLst/>
          </a:prstGeom>
          <a:solidFill>
            <a:srgbClr val="FAF0E7"/>
          </a:solidFill>
          <a:ln w="17145">
            <a:solidFill>
              <a:srgbClr val="AC6A37"/>
            </a:solidFill>
            <a:prstDash val="solid"/>
          </a:ln>
        </p:spPr>
      </p:sp>
      <p:sp>
        <p:nvSpPr>
          <p:cNvPr id="90" name="budget-auxiliary-text">
            <a:extLst>
              <a:ext uri="{FF2B5EF4-FFF2-40B4-BE49-F238E27FC236}">
                <a16:creationId xmlns:a16="http://schemas.microsoft.com/office/drawing/2014/main" id="{42664917-44C5-4E14-BFBA-544214ED1429}"/>
              </a:ext>
            </a:extLst>
          </p:cNvPr>
          <p:cNvSpPr>
            <a:spLocks noGrp="1"/>
          </p:cNvSpPr>
          <p:nvPr/>
        </p:nvSpPr>
        <p:spPr>
          <a:xfrm>
            <a:off x="10696575" y="6753225"/>
            <a:ext cx="3990975" cy="41910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辅助方法</a:t>
            </a:r>
          </a:p>
        </p:txBody>
      </p:sp>
      <p:sp>
        <p:nvSpPr>
          <p:cNvPr id="91" name="budget-ordinary">
            <a:extLst>
              <a:ext uri="{FF2B5EF4-FFF2-40B4-BE49-F238E27FC236}">
                <a16:creationId xmlns:a16="http://schemas.microsoft.com/office/drawing/2014/main" id="{9FD75F3D-8D58-4B78-B011-F470DA8EA402}"/>
              </a:ext>
            </a:extLst>
          </p:cNvPr>
          <p:cNvSpPr>
            <a:spLocks noGrp="1"/>
          </p:cNvSpPr>
          <p:nvPr/>
        </p:nvSpPr>
        <p:spPr>
          <a:xfrm>
            <a:off x="10601325" y="7496175"/>
            <a:ext cx="4181475" cy="514350"/>
          </a:xfrm>
          <a:prstGeom prst="rect">
            <a:avLst/>
          </a:prstGeom>
          <a:solidFill>
            <a:srgbClr val="F4F5F5"/>
          </a:solidFill>
          <a:ln w="17145">
            <a:solidFill>
              <a:srgbClr val="A6AAAD"/>
            </a:solidFill>
            <a:prstDash val="solid"/>
          </a:ln>
        </p:spPr>
      </p:sp>
      <p:sp>
        <p:nvSpPr>
          <p:cNvPr id="92" name="budget-ordinary-text">
            <a:extLst>
              <a:ext uri="{FF2B5EF4-FFF2-40B4-BE49-F238E27FC236}">
                <a16:creationId xmlns:a16="http://schemas.microsoft.com/office/drawing/2014/main" id="{28068520-5B35-4DBA-BF22-4C6DDEC67011}"/>
              </a:ext>
            </a:extLst>
          </p:cNvPr>
          <p:cNvSpPr>
            <a:spLocks noGrp="1"/>
          </p:cNvSpPr>
          <p:nvPr/>
        </p:nvSpPr>
        <p:spPr>
          <a:xfrm>
            <a:off x="10696575" y="7543800"/>
            <a:ext cx="3990975" cy="41910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普通rollout采样</a:t>
            </a:r>
          </a:p>
        </p:txBody>
      </p:sp>
      <p:sp>
        <p:nvSpPr>
          <p:cNvPr id="93" name="metrics">
            <a:extLst>
              <a:ext uri="{FF2B5EF4-FFF2-40B4-BE49-F238E27FC236}">
                <a16:creationId xmlns:a16="http://schemas.microsoft.com/office/drawing/2014/main" id="{F15E7A4F-2A5F-497A-A30C-91DC4C7966AC}"/>
              </a:ext>
            </a:extLst>
          </p:cNvPr>
          <p:cNvSpPr>
            <a:spLocks noGrp="1"/>
          </p:cNvSpPr>
          <p:nvPr/>
        </p:nvSpPr>
        <p:spPr>
          <a:xfrm>
            <a:off x="10601325" y="8286750"/>
            <a:ext cx="4181475" cy="733425"/>
          </a:xfrm>
          <a:prstGeom prst="rect">
            <a:avLst/>
          </a:prstGeom>
          <a:noFill/>
          <a:ln w="0">
            <a:noFill/>
          </a:ln>
        </p:spPr>
        <p:txBody>
          <a:bodyPr wrap="none" lIns="0" tIns="0" rIns="0" bIns="0" anchor="ctr">
            <a:noAutofit/>
          </a:bodyPr>
          <a:lstStyle>
            <a:defPPr algn="l">
              <a:defRPr sz="1950" b="0">
                <a:solidFill>
                  <a:srgbClr val="64686C"/>
                </a:solidFill>
                <a:latin typeface="Noto Sans CJK SC"/>
                <a:ea typeface="Noto Sans CJK SC"/>
                <a:cs typeface="Noto Sans CJK SC"/>
              </a:defRPr>
            </a:defPPr>
            <a:lvl1pPr algn="l">
              <a:defRPr sz="1950" b="0">
                <a:solidFill>
                  <a:srgbClr val="64686C"/>
                </a:solidFill>
                <a:latin typeface="Noto Sans CJK SC"/>
                <a:ea typeface="Noto Sans CJK SC"/>
                <a:cs typeface="Noto Sans CJK SC"/>
              </a:defRPr>
            </a:lvl1pPr>
            <a:lvl2pPr algn="l">
              <a:defRPr sz="1950" b="0">
                <a:solidFill>
                  <a:srgbClr val="64686C"/>
                </a:solidFill>
                <a:latin typeface="Noto Sans CJK SC"/>
                <a:ea typeface="Noto Sans CJK SC"/>
                <a:cs typeface="Noto Sans CJK SC"/>
              </a:defRPr>
            </a:lvl2pPr>
            <a:lvl3pPr algn="l">
              <a:defRPr sz="1950" b="0">
                <a:solidFill>
                  <a:srgbClr val="64686C"/>
                </a:solidFill>
                <a:latin typeface="Noto Sans CJK SC"/>
                <a:ea typeface="Noto Sans CJK SC"/>
                <a:cs typeface="Noto Sans CJK SC"/>
              </a:defRPr>
            </a:lvl3pPr>
            <a:lvl4pPr algn="l">
              <a:defRPr sz="1950" b="0">
                <a:solidFill>
                  <a:srgbClr val="64686C"/>
                </a:solidFill>
                <a:latin typeface="Noto Sans CJK SC"/>
                <a:ea typeface="Noto Sans CJK SC"/>
                <a:cs typeface="Noto Sans CJK SC"/>
              </a:defRPr>
            </a:lvl4pPr>
            <a:lvl5pPr algn="l">
              <a:defRPr sz="1950" b="0">
                <a:solidFill>
                  <a:srgbClr val="64686C"/>
                </a:solidFill>
                <a:latin typeface="Noto Sans CJK SC"/>
                <a:ea typeface="Noto Sans CJK SC"/>
                <a:cs typeface="Noto Sans CJK SC"/>
              </a:defRPr>
            </a:lvl5pPr>
            <a:lvl6pPr algn="l">
              <a:defRPr sz="1950" b="0">
                <a:solidFill>
                  <a:srgbClr val="64686C"/>
                </a:solidFill>
                <a:latin typeface="Noto Sans CJK SC"/>
                <a:ea typeface="Noto Sans CJK SC"/>
                <a:cs typeface="Noto Sans CJK SC"/>
              </a:defRPr>
            </a:lvl6pPr>
            <a:lvl7pPr algn="l">
              <a:defRPr sz="1950" b="0">
                <a:solidFill>
                  <a:srgbClr val="64686C"/>
                </a:solidFill>
                <a:latin typeface="Noto Sans CJK SC"/>
                <a:ea typeface="Noto Sans CJK SC"/>
                <a:cs typeface="Noto Sans CJK SC"/>
              </a:defRPr>
            </a:lvl7pPr>
            <a:lvl8pPr algn="l">
              <a:defRPr sz="1950" b="0">
                <a:solidFill>
                  <a:srgbClr val="64686C"/>
                </a:solidFill>
                <a:latin typeface="Noto Sans CJK SC"/>
                <a:ea typeface="Noto Sans CJK SC"/>
                <a:cs typeface="Noto Sans CJK SC"/>
              </a:defRPr>
            </a:lvl8pPr>
            <a:lvl9pPr algn="l">
              <a:defRPr sz="1950" b="0">
                <a:solidFill>
                  <a:srgbClr val="64686C"/>
                </a:solidFill>
                <a:latin typeface="Noto Sans CJK SC"/>
                <a:ea typeface="Noto Sans CJK SC"/>
                <a:cs typeface="Noto Sans CJK SC"/>
              </a:defRPr>
            </a:lvl9pPr>
          </a:lstStyle>
          <a:p>
            <a:pPr algn="l">
              <a:defRPr sz="1950" b="0">
                <a:solidFill>
                  <a:srgbClr val="64686C"/>
                </a:solidFill>
                <a:latin typeface="Noto Sans CJK SC"/>
                <a:ea typeface="Noto Sans CJK SC"/>
                <a:cs typeface="Noto Sans CJK SC"/>
              </a:defRPr>
            </a:pPr>
            <a:r>
              <a:rPr sz="1950" b="0">
                <a:solidFill>
                  <a:srgbClr val="64686C"/>
                </a:solidFill>
                <a:latin typeface="Noto Sans CJK SC"/>
                <a:ea typeface="Noto Sans CJK SC"/>
                <a:cs typeface="Noto Sans CJK SC"/>
              </a:rPr>
              <a:t>整程SR、错误记忆、重复与遗漏</a:t>
            </a:r>
          </a:p>
          <a:p>
            <a:pPr algn="l">
              <a:defRPr sz="1950" b="0">
                <a:solidFill>
                  <a:srgbClr val="64686C"/>
                </a:solidFill>
                <a:latin typeface="Noto Sans CJK SC"/>
                <a:ea typeface="Noto Sans CJK SC"/>
                <a:cs typeface="Noto Sans CJK SC"/>
              </a:defRPr>
            </a:pPr>
            <a:r>
              <a:rPr sz="1950" b="0">
                <a:solidFill>
                  <a:srgbClr val="64686C"/>
                </a:solidFill>
                <a:latin typeface="Noto Sans CJK SC"/>
                <a:ea typeface="Noto Sans CJK SC"/>
                <a:cs typeface="Noto Sans CJK SC"/>
              </a:rPr>
              <a:t>扰动恢复、技能保持、交互成本</a:t>
            </a:r>
          </a:p>
        </p:txBody>
      </p:sp>
      <p:sp>
        <p:nvSpPr>
          <p:cNvPr id="94" name="transfer-scope">
            <a:extLst>
              <a:ext uri="{FF2B5EF4-FFF2-40B4-BE49-F238E27FC236}">
                <a16:creationId xmlns:a16="http://schemas.microsoft.com/office/drawing/2014/main" id="{3B31CDDC-8AF5-428F-8D18-2C7CDCF5982F}"/>
              </a:ext>
            </a:extLst>
          </p:cNvPr>
          <p:cNvSpPr>
            <a:spLocks noGrp="1"/>
          </p:cNvSpPr>
          <p:nvPr/>
        </p:nvSpPr>
        <p:spPr>
          <a:xfrm>
            <a:off x="10601325" y="9229725"/>
            <a:ext cx="4181475" cy="409575"/>
          </a:xfrm>
          <a:prstGeom prst="rect">
            <a:avLst/>
          </a:prstGeom>
          <a:noFill/>
          <a:ln w="0">
            <a:noFill/>
          </a:ln>
        </p:spPr>
        <p:txBody>
          <a:bodyPr wrap="none" lIns="0" tIns="0" rIns="0" bIns="0" anchor="ctr">
            <a:noAutofit/>
          </a:bodyPr>
          <a:lstStyle>
            <a:defPPr algn="l">
              <a:defRPr sz="2325" b="1">
                <a:solidFill>
                  <a:srgbClr val="222222"/>
                </a:solidFill>
                <a:latin typeface="Noto Sans CJK SC"/>
                <a:ea typeface="Noto Sans CJK SC"/>
                <a:cs typeface="Noto Sans CJK SC"/>
              </a:defRPr>
            </a:defPPr>
            <a:lvl1pPr algn="l">
              <a:defRPr sz="2325" b="1">
                <a:solidFill>
                  <a:srgbClr val="222222"/>
                </a:solidFill>
                <a:latin typeface="Noto Sans CJK SC"/>
                <a:ea typeface="Noto Sans CJK SC"/>
                <a:cs typeface="Noto Sans CJK SC"/>
              </a:defRPr>
            </a:lvl1pPr>
            <a:lvl2pPr algn="l">
              <a:defRPr sz="2325" b="1">
                <a:solidFill>
                  <a:srgbClr val="222222"/>
                </a:solidFill>
                <a:latin typeface="Noto Sans CJK SC"/>
                <a:ea typeface="Noto Sans CJK SC"/>
                <a:cs typeface="Noto Sans CJK SC"/>
              </a:defRPr>
            </a:lvl2pPr>
            <a:lvl3pPr algn="l">
              <a:defRPr sz="2325" b="1">
                <a:solidFill>
                  <a:srgbClr val="222222"/>
                </a:solidFill>
                <a:latin typeface="Noto Sans CJK SC"/>
                <a:ea typeface="Noto Sans CJK SC"/>
                <a:cs typeface="Noto Sans CJK SC"/>
              </a:defRPr>
            </a:lvl3pPr>
            <a:lvl4pPr algn="l">
              <a:defRPr sz="2325" b="1">
                <a:solidFill>
                  <a:srgbClr val="222222"/>
                </a:solidFill>
                <a:latin typeface="Noto Sans CJK SC"/>
                <a:ea typeface="Noto Sans CJK SC"/>
                <a:cs typeface="Noto Sans CJK SC"/>
              </a:defRPr>
            </a:lvl4pPr>
            <a:lvl5pPr algn="l">
              <a:defRPr sz="2325" b="1">
                <a:solidFill>
                  <a:srgbClr val="222222"/>
                </a:solidFill>
                <a:latin typeface="Noto Sans CJK SC"/>
                <a:ea typeface="Noto Sans CJK SC"/>
                <a:cs typeface="Noto Sans CJK SC"/>
              </a:defRPr>
            </a:lvl5pPr>
            <a:lvl6pPr algn="l">
              <a:defRPr sz="2325" b="1">
                <a:solidFill>
                  <a:srgbClr val="222222"/>
                </a:solidFill>
                <a:latin typeface="Noto Sans CJK SC"/>
                <a:ea typeface="Noto Sans CJK SC"/>
                <a:cs typeface="Noto Sans CJK SC"/>
              </a:defRPr>
            </a:lvl6pPr>
            <a:lvl7pPr algn="l">
              <a:defRPr sz="2325" b="1">
                <a:solidFill>
                  <a:srgbClr val="222222"/>
                </a:solidFill>
                <a:latin typeface="Noto Sans CJK SC"/>
                <a:ea typeface="Noto Sans CJK SC"/>
                <a:cs typeface="Noto Sans CJK SC"/>
              </a:defRPr>
            </a:lvl7pPr>
            <a:lvl8pPr algn="l">
              <a:defRPr sz="2325" b="1">
                <a:solidFill>
                  <a:srgbClr val="222222"/>
                </a:solidFill>
                <a:latin typeface="Noto Sans CJK SC"/>
                <a:ea typeface="Noto Sans CJK SC"/>
                <a:cs typeface="Noto Sans CJK SC"/>
              </a:defRPr>
            </a:lvl8pPr>
            <a:lvl9pPr algn="l">
              <a:defRPr sz="2325" b="1">
                <a:solidFill>
                  <a:srgbClr val="222222"/>
                </a:solidFill>
                <a:latin typeface="Noto Sans CJK SC"/>
                <a:ea typeface="Noto Sans CJK SC"/>
                <a:cs typeface="Noto Sans CJK SC"/>
              </a:defRPr>
            </a:lvl9pPr>
          </a:lstStyle>
          <a:p>
            <a:pPr algn="l">
              <a:defRPr sz="2325" b="1">
                <a:solidFill>
                  <a:srgbClr val="222222"/>
                </a:solidFill>
                <a:latin typeface="Noto Sans CJK SC"/>
                <a:ea typeface="Noto Sans CJK SC"/>
                <a:cs typeface="Noto Sans CJK SC"/>
              </a:defRPr>
            </a:pPr>
            <a:r>
              <a:rPr sz="2325" b="1">
                <a:solidFill>
                  <a:srgbClr val="222222"/>
                </a:solidFill>
                <a:latin typeface="Noto Sans CJK SC"/>
                <a:ea typeface="Noto Sans CJK SC"/>
                <a:cs typeface="Noto Sans CJK SC"/>
              </a:rPr>
              <a:t>限定真机与失败分析</a:t>
            </a:r>
          </a:p>
        </p:txBody>
      </p:sp>
      <p:sp>
        <p:nvSpPr>
          <p:cNvPr id="95" name="narrow-scope">
            <a:extLst>
              <a:ext uri="{FF2B5EF4-FFF2-40B4-BE49-F238E27FC236}">
                <a16:creationId xmlns:a16="http://schemas.microsoft.com/office/drawing/2014/main" id="{787E1A83-3D6E-4678-8814-7E6189B0F1D7}"/>
              </a:ext>
            </a:extLst>
          </p:cNvPr>
          <p:cNvSpPr>
            <a:spLocks noGrp="1"/>
          </p:cNvSpPr>
          <p:nvPr/>
        </p:nvSpPr>
        <p:spPr>
          <a:xfrm>
            <a:off x="10601325" y="9782175"/>
            <a:ext cx="4181475" cy="323850"/>
          </a:xfrm>
          <a:prstGeom prst="rect">
            <a:avLst/>
          </a:prstGeom>
          <a:noFill/>
          <a:ln w="0">
            <a:noFill/>
          </a:ln>
        </p:spPr>
        <p:txBody>
          <a:bodyPr wrap="none" lIns="0" tIns="0" rIns="0" bIns="0" anchor="ctr">
            <a:noAutofit/>
          </a:bodyPr>
          <a:lstStyle>
            <a:defPPr algn="l">
              <a:defRPr sz="2025" b="1">
                <a:solidFill>
                  <a:srgbClr val="222222"/>
                </a:solidFill>
                <a:latin typeface="Noto Sans CJK SC"/>
                <a:ea typeface="Noto Sans CJK SC"/>
                <a:cs typeface="Noto Sans CJK SC"/>
              </a:defRPr>
            </a:defPPr>
            <a:lvl1pPr algn="l">
              <a:defRPr sz="2025" b="1">
                <a:solidFill>
                  <a:srgbClr val="222222"/>
                </a:solidFill>
                <a:latin typeface="Noto Sans CJK SC"/>
                <a:ea typeface="Noto Sans CJK SC"/>
                <a:cs typeface="Noto Sans CJK SC"/>
              </a:defRPr>
            </a:lvl1pPr>
            <a:lvl2pPr algn="l">
              <a:defRPr sz="2025" b="1">
                <a:solidFill>
                  <a:srgbClr val="222222"/>
                </a:solidFill>
                <a:latin typeface="Noto Sans CJK SC"/>
                <a:ea typeface="Noto Sans CJK SC"/>
                <a:cs typeface="Noto Sans CJK SC"/>
              </a:defRPr>
            </a:lvl2pPr>
            <a:lvl3pPr algn="l">
              <a:defRPr sz="2025" b="1">
                <a:solidFill>
                  <a:srgbClr val="222222"/>
                </a:solidFill>
                <a:latin typeface="Noto Sans CJK SC"/>
                <a:ea typeface="Noto Sans CJK SC"/>
                <a:cs typeface="Noto Sans CJK SC"/>
              </a:defRPr>
            </a:lvl3pPr>
            <a:lvl4pPr algn="l">
              <a:defRPr sz="2025" b="1">
                <a:solidFill>
                  <a:srgbClr val="222222"/>
                </a:solidFill>
                <a:latin typeface="Noto Sans CJK SC"/>
                <a:ea typeface="Noto Sans CJK SC"/>
                <a:cs typeface="Noto Sans CJK SC"/>
              </a:defRPr>
            </a:lvl4pPr>
            <a:lvl5pPr algn="l">
              <a:defRPr sz="2025" b="1">
                <a:solidFill>
                  <a:srgbClr val="222222"/>
                </a:solidFill>
                <a:latin typeface="Noto Sans CJK SC"/>
                <a:ea typeface="Noto Sans CJK SC"/>
                <a:cs typeface="Noto Sans CJK SC"/>
              </a:defRPr>
            </a:lvl5pPr>
            <a:lvl6pPr algn="l">
              <a:defRPr sz="2025" b="1">
                <a:solidFill>
                  <a:srgbClr val="222222"/>
                </a:solidFill>
                <a:latin typeface="Noto Sans CJK SC"/>
                <a:ea typeface="Noto Sans CJK SC"/>
                <a:cs typeface="Noto Sans CJK SC"/>
              </a:defRPr>
            </a:lvl6pPr>
            <a:lvl7pPr algn="l">
              <a:defRPr sz="2025" b="1">
                <a:solidFill>
                  <a:srgbClr val="222222"/>
                </a:solidFill>
                <a:latin typeface="Noto Sans CJK SC"/>
                <a:ea typeface="Noto Sans CJK SC"/>
                <a:cs typeface="Noto Sans CJK SC"/>
              </a:defRPr>
            </a:lvl7pPr>
            <a:lvl8pPr algn="l">
              <a:defRPr sz="2025" b="1">
                <a:solidFill>
                  <a:srgbClr val="222222"/>
                </a:solidFill>
                <a:latin typeface="Noto Sans CJK SC"/>
                <a:ea typeface="Noto Sans CJK SC"/>
                <a:cs typeface="Noto Sans CJK SC"/>
              </a:defRPr>
            </a:lvl8pPr>
            <a:lvl9pPr algn="l">
              <a:defRPr sz="2025" b="1">
                <a:solidFill>
                  <a:srgbClr val="222222"/>
                </a:solidFill>
                <a:latin typeface="Noto Sans CJK SC"/>
                <a:ea typeface="Noto Sans CJK SC"/>
                <a:cs typeface="Noto Sans CJK SC"/>
              </a:defRPr>
            </a:lvl9pPr>
          </a:lstStyle>
          <a:p>
            <a:pPr algn="l">
              <a:defRPr sz="2025" b="1">
                <a:solidFill>
                  <a:srgbClr val="222222"/>
                </a:solidFill>
                <a:latin typeface="Noto Sans CJK SC"/>
                <a:ea typeface="Noto Sans CJK SC"/>
                <a:cs typeface="Noto Sans CJK SC"/>
              </a:defRPr>
            </a:pPr>
            <a:r>
              <a:rPr sz="2025" b="1">
                <a:solidFill>
                  <a:srgbClr val="222222"/>
                </a:solidFill>
                <a:latin typeface="Noto Sans CJK SC"/>
                <a:ea typeface="Noto Sans CJK SC"/>
                <a:cs typeface="Noto Sans CJK SC"/>
              </a:rPr>
              <a:t>收缩条件</a:t>
            </a:r>
          </a:p>
        </p:txBody>
      </p:sp>
      <p:sp>
        <p:nvSpPr>
          <p:cNvPr id="96" name="narrow-conditions">
            <a:extLst>
              <a:ext uri="{FF2B5EF4-FFF2-40B4-BE49-F238E27FC236}">
                <a16:creationId xmlns:a16="http://schemas.microsoft.com/office/drawing/2014/main" id="{B4411477-DE06-4F35-8768-48F4592BC61B}"/>
              </a:ext>
            </a:extLst>
          </p:cNvPr>
          <p:cNvSpPr>
            <a:spLocks noGrp="1"/>
          </p:cNvSpPr>
          <p:nvPr/>
        </p:nvSpPr>
        <p:spPr>
          <a:xfrm>
            <a:off x="10601325" y="10191750"/>
            <a:ext cx="4181475" cy="619125"/>
          </a:xfrm>
          <a:prstGeom prst="rect">
            <a:avLst/>
          </a:prstGeom>
          <a:noFill/>
          <a:ln w="0">
            <a:noFill/>
          </a:ln>
        </p:spPr>
        <p:txBody>
          <a:bodyPr wrap="none" lIns="0" tIns="0" rIns="0" bIns="0" anchor="ctr">
            <a:noAutofit/>
          </a:bodyPr>
          <a:lstStyle>
            <a:defPPr algn="l">
              <a:defRPr sz="1800" b="0">
                <a:solidFill>
                  <a:srgbClr val="64686C"/>
                </a:solidFill>
                <a:latin typeface="Noto Sans CJK SC"/>
                <a:ea typeface="Noto Sans CJK SC"/>
                <a:cs typeface="Noto Sans CJK SC"/>
              </a:defRPr>
            </a:defPPr>
            <a:lvl1pPr algn="l">
              <a:defRPr sz="1800" b="0">
                <a:solidFill>
                  <a:srgbClr val="64686C"/>
                </a:solidFill>
                <a:latin typeface="Noto Sans CJK SC"/>
                <a:ea typeface="Noto Sans CJK SC"/>
                <a:cs typeface="Noto Sans CJK SC"/>
              </a:defRPr>
            </a:lvl1pPr>
            <a:lvl2pPr algn="l">
              <a:defRPr sz="1800" b="0">
                <a:solidFill>
                  <a:srgbClr val="64686C"/>
                </a:solidFill>
                <a:latin typeface="Noto Sans CJK SC"/>
                <a:ea typeface="Noto Sans CJK SC"/>
                <a:cs typeface="Noto Sans CJK SC"/>
              </a:defRPr>
            </a:lvl2pPr>
            <a:lvl3pPr algn="l">
              <a:defRPr sz="1800" b="0">
                <a:solidFill>
                  <a:srgbClr val="64686C"/>
                </a:solidFill>
                <a:latin typeface="Noto Sans CJK SC"/>
                <a:ea typeface="Noto Sans CJK SC"/>
                <a:cs typeface="Noto Sans CJK SC"/>
              </a:defRPr>
            </a:lvl3pPr>
            <a:lvl4pPr algn="l">
              <a:defRPr sz="1800" b="0">
                <a:solidFill>
                  <a:srgbClr val="64686C"/>
                </a:solidFill>
                <a:latin typeface="Noto Sans CJK SC"/>
                <a:ea typeface="Noto Sans CJK SC"/>
                <a:cs typeface="Noto Sans CJK SC"/>
              </a:defRPr>
            </a:lvl4pPr>
            <a:lvl5pPr algn="l">
              <a:defRPr sz="1800" b="0">
                <a:solidFill>
                  <a:srgbClr val="64686C"/>
                </a:solidFill>
                <a:latin typeface="Noto Sans CJK SC"/>
                <a:ea typeface="Noto Sans CJK SC"/>
                <a:cs typeface="Noto Sans CJK SC"/>
              </a:defRPr>
            </a:lvl5pPr>
            <a:lvl6pPr algn="l">
              <a:defRPr sz="1800" b="0">
                <a:solidFill>
                  <a:srgbClr val="64686C"/>
                </a:solidFill>
                <a:latin typeface="Noto Sans CJK SC"/>
                <a:ea typeface="Noto Sans CJK SC"/>
                <a:cs typeface="Noto Sans CJK SC"/>
              </a:defRPr>
            </a:lvl6pPr>
            <a:lvl7pPr algn="l">
              <a:defRPr sz="1800" b="0">
                <a:solidFill>
                  <a:srgbClr val="64686C"/>
                </a:solidFill>
                <a:latin typeface="Noto Sans CJK SC"/>
                <a:ea typeface="Noto Sans CJK SC"/>
                <a:cs typeface="Noto Sans CJK SC"/>
              </a:defRPr>
            </a:lvl7pPr>
            <a:lvl8pPr algn="l">
              <a:defRPr sz="1800" b="0">
                <a:solidFill>
                  <a:srgbClr val="64686C"/>
                </a:solidFill>
                <a:latin typeface="Noto Sans CJK SC"/>
                <a:ea typeface="Noto Sans CJK SC"/>
                <a:cs typeface="Noto Sans CJK SC"/>
              </a:defRPr>
            </a:lvl8pPr>
            <a:lvl9pPr algn="l">
              <a:defRPr sz="1800" b="0">
                <a:solidFill>
                  <a:srgbClr val="64686C"/>
                </a:solidFill>
                <a:latin typeface="Noto Sans CJK SC"/>
                <a:ea typeface="Noto Sans CJK SC"/>
                <a:cs typeface="Noto Sans CJK SC"/>
              </a:defRPr>
            </a:lvl9pPr>
          </a:lstStyle>
          <a:p>
            <a:pPr algn="l">
              <a:defRPr sz="1800" b="0">
                <a:solidFill>
                  <a:srgbClr val="64686C"/>
                </a:solidFill>
                <a:latin typeface="Noto Sans CJK SC"/>
                <a:ea typeface="Noto Sans CJK SC"/>
                <a:cs typeface="Noto Sans CJK SC"/>
              </a:defRPr>
            </a:pPr>
            <a:r>
              <a:rPr sz="1800" b="0">
                <a:solidFill>
                  <a:srgbClr val="64686C"/>
                </a:solidFill>
                <a:latin typeface="Noto Sans CJK SC"/>
                <a:ea typeface="Noto Sans CJK SC"/>
                <a:cs typeface="Noto Sans CJK SC"/>
              </a:rPr>
              <a:t>规则已足够；恢复不可靠</a:t>
            </a:r>
          </a:p>
          <a:p>
            <a:pPr algn="l">
              <a:defRPr sz="1800" b="0">
                <a:solidFill>
                  <a:srgbClr val="64686C"/>
                </a:solidFill>
                <a:latin typeface="Noto Sans CJK SC"/>
                <a:ea typeface="Noto Sans CJK SC"/>
                <a:cs typeface="Noto Sans CJK SC"/>
              </a:defRPr>
            </a:pPr>
            <a:r>
              <a:rPr sz="1800" b="0">
                <a:solidFill>
                  <a:srgbClr val="64686C"/>
                </a:solidFill>
                <a:latin typeface="Noto Sans CJK SC"/>
                <a:ea typeface="Noto Sans CJK SC"/>
                <a:cs typeface="Noto Sans CJK SC"/>
              </a:rPr>
              <a:t>等预算无增益；依赖额外真值或技能</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图3.3 生成式高层与动作专家的训练目标及梯度流向">
    <p:bg>
      <p:bgPr>
        <a:solidFill>
          <a:srgbClr val="FFFFFF"/>
        </a:solidFill>
        <a:effectLst/>
      </p:bgPr>
    </p:bg>
    <p:spTree>
      <p:nvGrpSpPr>
        <p:cNvPr id="1" name=""/>
        <p:cNvGrpSpPr/>
        <p:nvPr/>
      </p:nvGrpSpPr>
      <p:grpSpPr>
        <a:xfrm/>
      </p:grpSpPr>
      <p:sp>
        <p:nvSpPr>
          <p:cNvPr id="182" name="panel-a">
            <a:extLst>
              <a:ext uri="{FF2B5EF4-FFF2-40B4-BE49-F238E27FC236}">
                <a16:creationId xmlns:a16="http://schemas.microsoft.com/office/drawing/2014/main" id="{7FBD76C4-1723-4927-9375-E76734F3F353}"/>
              </a:ext>
            </a:extLst>
          </p:cNvPr>
          <p:cNvSpPr>
            <a:spLocks noGrp="1"/>
          </p:cNvSpPr>
          <p:nvPr/>
        </p:nvSpPr>
        <p:spPr>
          <a:xfrm>
            <a:off x="381000" y="19050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a</a:t>
            </a:r>
          </a:p>
        </p:txBody>
      </p:sp>
      <p:sp>
        <p:nvSpPr>
          <p:cNvPr id="2" name="title-a">
            <a:extLst>
              <a:ext uri="{FF2B5EF4-FFF2-40B4-BE49-F238E27FC236}">
                <a16:creationId xmlns:a16="http://schemas.microsoft.com/office/drawing/2014/main" id="{E0144D73-5DBF-4EBC-94E2-D79949CE8DD6}"/>
              </a:ext>
            </a:extLst>
          </p:cNvPr>
          <p:cNvSpPr>
            <a:spLocks noGrp="1"/>
          </p:cNvSpPr>
          <p:nvPr/>
        </p:nvSpPr>
        <p:spPr>
          <a:xfrm>
            <a:off x="809625" y="190500"/>
            <a:ext cx="7191375" cy="457200"/>
          </a:xfrm>
          <a:prstGeom prst="rect">
            <a:avLst/>
          </a:prstGeom>
          <a:noFill/>
          <a:ln w="0">
            <a:noFill/>
          </a:ln>
        </p:spPr>
        <p:txBody>
          <a:bodyPr wrap="none" lIns="0" tIns="0" rIns="0" bIns="0" anchor="ctr">
            <a:noAutofit/>
          </a:bodyPr>
          <a:lstStyle>
            <a:defPPr algn="l">
              <a:defRPr sz="2625" b="1">
                <a:solidFill>
                  <a:srgbClr val="222222"/>
                </a:solidFill>
                <a:latin typeface="Noto Sans CJK SC"/>
                <a:ea typeface="Noto Sans CJK SC"/>
                <a:cs typeface="Noto Sans CJK SC"/>
              </a:defRPr>
            </a:defPPr>
            <a:lvl1pPr algn="l">
              <a:defRPr sz="2625" b="1">
                <a:solidFill>
                  <a:srgbClr val="222222"/>
                </a:solidFill>
                <a:latin typeface="Noto Sans CJK SC"/>
                <a:ea typeface="Noto Sans CJK SC"/>
                <a:cs typeface="Noto Sans CJK SC"/>
              </a:defRPr>
            </a:lvl1pPr>
            <a:lvl2pPr algn="l">
              <a:defRPr sz="2625" b="1">
                <a:solidFill>
                  <a:srgbClr val="222222"/>
                </a:solidFill>
                <a:latin typeface="Noto Sans CJK SC"/>
                <a:ea typeface="Noto Sans CJK SC"/>
                <a:cs typeface="Noto Sans CJK SC"/>
              </a:defRPr>
            </a:lvl2pPr>
            <a:lvl3pPr algn="l">
              <a:defRPr sz="2625" b="1">
                <a:solidFill>
                  <a:srgbClr val="222222"/>
                </a:solidFill>
                <a:latin typeface="Noto Sans CJK SC"/>
                <a:ea typeface="Noto Sans CJK SC"/>
                <a:cs typeface="Noto Sans CJK SC"/>
              </a:defRPr>
            </a:lvl3pPr>
            <a:lvl4pPr algn="l">
              <a:defRPr sz="2625" b="1">
                <a:solidFill>
                  <a:srgbClr val="222222"/>
                </a:solidFill>
                <a:latin typeface="Noto Sans CJK SC"/>
                <a:ea typeface="Noto Sans CJK SC"/>
                <a:cs typeface="Noto Sans CJK SC"/>
              </a:defRPr>
            </a:lvl4pPr>
            <a:lvl5pPr algn="l">
              <a:defRPr sz="2625" b="1">
                <a:solidFill>
                  <a:srgbClr val="222222"/>
                </a:solidFill>
                <a:latin typeface="Noto Sans CJK SC"/>
                <a:ea typeface="Noto Sans CJK SC"/>
                <a:cs typeface="Noto Sans CJK SC"/>
              </a:defRPr>
            </a:lvl5pPr>
            <a:lvl6pPr algn="l">
              <a:defRPr sz="2625" b="1">
                <a:solidFill>
                  <a:srgbClr val="222222"/>
                </a:solidFill>
                <a:latin typeface="Noto Sans CJK SC"/>
                <a:ea typeface="Noto Sans CJK SC"/>
                <a:cs typeface="Noto Sans CJK SC"/>
              </a:defRPr>
            </a:lvl6pPr>
            <a:lvl7pPr algn="l">
              <a:defRPr sz="2625" b="1">
                <a:solidFill>
                  <a:srgbClr val="222222"/>
                </a:solidFill>
                <a:latin typeface="Noto Sans CJK SC"/>
                <a:ea typeface="Noto Sans CJK SC"/>
                <a:cs typeface="Noto Sans CJK SC"/>
              </a:defRPr>
            </a:lvl7pPr>
            <a:lvl8pPr algn="l">
              <a:defRPr sz="2625" b="1">
                <a:solidFill>
                  <a:srgbClr val="222222"/>
                </a:solidFill>
                <a:latin typeface="Noto Sans CJK SC"/>
                <a:ea typeface="Noto Sans CJK SC"/>
                <a:cs typeface="Noto Sans CJK SC"/>
              </a:defRPr>
            </a:lvl8pPr>
            <a:lvl9pPr algn="l">
              <a:defRPr sz="2625" b="1">
                <a:solidFill>
                  <a:srgbClr val="222222"/>
                </a:solidFill>
                <a:latin typeface="Noto Sans CJK SC"/>
                <a:ea typeface="Noto Sans CJK SC"/>
                <a:cs typeface="Noto Sans CJK SC"/>
              </a:defRPr>
            </a:lvl9pPr>
          </a:lstStyle>
          <a:p>
            <a:pPr algn="l">
              <a:defRPr sz="2625" b="1">
                <a:solidFill>
                  <a:srgbClr val="222222"/>
                </a:solidFill>
                <a:latin typeface="Noto Sans CJK SC"/>
                <a:ea typeface="Noto Sans CJK SC"/>
                <a:cs typeface="Noto Sans CJK SC"/>
              </a:defRPr>
            </a:pPr>
            <a:r>
              <a:rPr sz="2625" b="1">
                <a:solidFill>
                  <a:srgbClr val="222222"/>
                </a:solidFill>
                <a:latin typeface="Noto Sans CJK SC"/>
                <a:ea typeface="Noto Sans CJK SC"/>
                <a:cs typeface="Noto Sans CJK SC"/>
              </a:rPr>
              <a:t>回报与优势标签</a:t>
            </a:r>
          </a:p>
        </p:txBody>
      </p:sp>
      <p:cxnSp>
        <p:nvCxnSpPr>
          <p:cNvPr id="3" name="legend-forward">
            <a:extLst>
              <a:ext uri="{FF2B5EF4-FFF2-40B4-BE49-F238E27FC236}">
                <a16:creationId xmlns:a16="http://schemas.microsoft.com/office/drawing/2014/main" id="{19D5BBA4-DB86-4DAB-BFB8-208EAA39A9B3}"/>
              </a:ext>
            </a:extLst>
          </p:cNvPr>
          <p:cNvCxnSpPr/>
          <p:nvPr/>
        </p:nvCxnSpPr>
        <p:spPr>
          <a:xfrm flipH="0" flipV="0">
            <a:off x="11049000" y="409575"/>
            <a:ext cx="571500" cy="0"/>
          </a:xfrm>
          <a:prstGeom prst="straightConnector1">
            <a:avLst/>
          </a:prstGeom>
          <a:ln w="20955">
            <a:solidFill>
              <a:srgbClr val="64686C"/>
            </a:solidFill>
            <a:prstDash val="solid"/>
            <a:tailEnd type="triangle" w="med" len="med"/>
          </a:ln>
        </p:spPr>
      </p:cxnSp>
      <p:sp>
        <p:nvSpPr>
          <p:cNvPr id="4" name="legend-forward-text">
            <a:extLst>
              <a:ext uri="{FF2B5EF4-FFF2-40B4-BE49-F238E27FC236}">
                <a16:creationId xmlns:a16="http://schemas.microsoft.com/office/drawing/2014/main" id="{BDA0E7E8-93A3-489C-B385-6C57D4071E23}"/>
              </a:ext>
            </a:extLst>
          </p:cNvPr>
          <p:cNvSpPr>
            <a:spLocks noGrp="1"/>
          </p:cNvSpPr>
          <p:nvPr/>
        </p:nvSpPr>
        <p:spPr>
          <a:xfrm>
            <a:off x="11744325" y="209550"/>
            <a:ext cx="1524000" cy="400050"/>
          </a:xfrm>
          <a:prstGeom prst="rect">
            <a:avLst/>
          </a:prstGeom>
          <a:noFill/>
          <a:ln w="0">
            <a:noFill/>
          </a:ln>
        </p:spPr>
        <p:txBody>
          <a:bodyPr wrap="none" lIns="0" tIns="0" rIns="0" bIns="0" anchor="ctr">
            <a:noAutofit/>
          </a:bodyPr>
          <a:lstStyle>
            <a:defPPr algn="l">
              <a:defRPr sz="1875" b="0">
                <a:solidFill>
                  <a:srgbClr val="64686C"/>
                </a:solidFill>
                <a:latin typeface="Noto Sans CJK SC"/>
                <a:ea typeface="Noto Sans CJK SC"/>
                <a:cs typeface="Noto Sans CJK SC"/>
              </a:defRPr>
            </a:defPPr>
            <a:lvl1pPr algn="l">
              <a:defRPr sz="1875" b="0">
                <a:solidFill>
                  <a:srgbClr val="64686C"/>
                </a:solidFill>
                <a:latin typeface="Noto Sans CJK SC"/>
                <a:ea typeface="Noto Sans CJK SC"/>
                <a:cs typeface="Noto Sans CJK SC"/>
              </a:defRPr>
            </a:lvl1pPr>
            <a:lvl2pPr algn="l">
              <a:defRPr sz="1875" b="0">
                <a:solidFill>
                  <a:srgbClr val="64686C"/>
                </a:solidFill>
                <a:latin typeface="Noto Sans CJK SC"/>
                <a:ea typeface="Noto Sans CJK SC"/>
                <a:cs typeface="Noto Sans CJK SC"/>
              </a:defRPr>
            </a:lvl2pPr>
            <a:lvl3pPr algn="l">
              <a:defRPr sz="1875" b="0">
                <a:solidFill>
                  <a:srgbClr val="64686C"/>
                </a:solidFill>
                <a:latin typeface="Noto Sans CJK SC"/>
                <a:ea typeface="Noto Sans CJK SC"/>
                <a:cs typeface="Noto Sans CJK SC"/>
              </a:defRPr>
            </a:lvl3pPr>
            <a:lvl4pPr algn="l">
              <a:defRPr sz="1875" b="0">
                <a:solidFill>
                  <a:srgbClr val="64686C"/>
                </a:solidFill>
                <a:latin typeface="Noto Sans CJK SC"/>
                <a:ea typeface="Noto Sans CJK SC"/>
                <a:cs typeface="Noto Sans CJK SC"/>
              </a:defRPr>
            </a:lvl4pPr>
            <a:lvl5pPr algn="l">
              <a:defRPr sz="1875" b="0">
                <a:solidFill>
                  <a:srgbClr val="64686C"/>
                </a:solidFill>
                <a:latin typeface="Noto Sans CJK SC"/>
                <a:ea typeface="Noto Sans CJK SC"/>
                <a:cs typeface="Noto Sans CJK SC"/>
              </a:defRPr>
            </a:lvl5pPr>
            <a:lvl6pPr algn="l">
              <a:defRPr sz="1875" b="0">
                <a:solidFill>
                  <a:srgbClr val="64686C"/>
                </a:solidFill>
                <a:latin typeface="Noto Sans CJK SC"/>
                <a:ea typeface="Noto Sans CJK SC"/>
                <a:cs typeface="Noto Sans CJK SC"/>
              </a:defRPr>
            </a:lvl6pPr>
            <a:lvl7pPr algn="l">
              <a:defRPr sz="1875" b="0">
                <a:solidFill>
                  <a:srgbClr val="64686C"/>
                </a:solidFill>
                <a:latin typeface="Noto Sans CJK SC"/>
                <a:ea typeface="Noto Sans CJK SC"/>
                <a:cs typeface="Noto Sans CJK SC"/>
              </a:defRPr>
            </a:lvl7pPr>
            <a:lvl8pPr algn="l">
              <a:defRPr sz="1875" b="0">
                <a:solidFill>
                  <a:srgbClr val="64686C"/>
                </a:solidFill>
                <a:latin typeface="Noto Sans CJK SC"/>
                <a:ea typeface="Noto Sans CJK SC"/>
                <a:cs typeface="Noto Sans CJK SC"/>
              </a:defRPr>
            </a:lvl8pPr>
            <a:lvl9pPr algn="l">
              <a:defRPr sz="1875" b="0">
                <a:solidFill>
                  <a:srgbClr val="64686C"/>
                </a:solidFill>
                <a:latin typeface="Noto Sans CJK SC"/>
                <a:ea typeface="Noto Sans CJK SC"/>
                <a:cs typeface="Noto Sans CJK SC"/>
              </a:defRPr>
            </a:lvl9pPr>
          </a:lstStyle>
          <a:p>
            <a:pPr algn="l">
              <a:defRPr sz="1875" b="0">
                <a:solidFill>
                  <a:srgbClr val="64686C"/>
                </a:solidFill>
                <a:latin typeface="Noto Sans CJK SC"/>
                <a:ea typeface="Noto Sans CJK SC"/>
                <a:cs typeface="Noto Sans CJK SC"/>
              </a:defRPr>
            </a:pPr>
            <a:r>
              <a:rPr sz="1875" b="0">
                <a:solidFill>
                  <a:srgbClr val="64686C"/>
                </a:solidFill>
                <a:latin typeface="Noto Sans CJK SC"/>
                <a:ea typeface="Noto Sans CJK SC"/>
                <a:cs typeface="Noto Sans CJK SC"/>
              </a:rPr>
              <a:t>前向／标签</a:t>
            </a:r>
          </a:p>
        </p:txBody>
      </p:sp>
      <p:cxnSp>
        <p:nvCxnSpPr>
          <p:cNvPr id="5" name="legend-gradient">
            <a:extLst>
              <a:ext uri="{FF2B5EF4-FFF2-40B4-BE49-F238E27FC236}">
                <a16:creationId xmlns:a16="http://schemas.microsoft.com/office/drawing/2014/main" id="{58EB8C76-21C5-4BB9-93FE-230FD86CD9F8}"/>
              </a:ext>
            </a:extLst>
          </p:cNvPr>
          <p:cNvCxnSpPr/>
          <p:nvPr/>
        </p:nvCxnSpPr>
        <p:spPr>
          <a:xfrm flipH="0" flipV="0">
            <a:off x="13430250" y="409575"/>
            <a:ext cx="571500" cy="0"/>
          </a:xfrm>
          <a:prstGeom prst="straightConnector1">
            <a:avLst/>
          </a:prstGeom>
          <a:ln w="20955">
            <a:solidFill>
              <a:srgbClr val="B3595E"/>
            </a:solidFill>
            <a:prstDash val="dash"/>
            <a:tailEnd type="triangle" w="med" len="med"/>
          </a:ln>
        </p:spPr>
      </p:cxnSp>
      <p:sp>
        <p:nvSpPr>
          <p:cNvPr id="6" name="legend-gradient-text">
            <a:extLst>
              <a:ext uri="{FF2B5EF4-FFF2-40B4-BE49-F238E27FC236}">
                <a16:creationId xmlns:a16="http://schemas.microsoft.com/office/drawing/2014/main" id="{4E7A4D42-1FC5-4624-9E20-CC645A9AC749}"/>
              </a:ext>
            </a:extLst>
          </p:cNvPr>
          <p:cNvSpPr>
            <a:spLocks noGrp="1"/>
          </p:cNvSpPr>
          <p:nvPr/>
        </p:nvSpPr>
        <p:spPr>
          <a:xfrm>
            <a:off x="14125575" y="209550"/>
            <a:ext cx="857250" cy="400050"/>
          </a:xfrm>
          <a:prstGeom prst="rect">
            <a:avLst/>
          </a:prstGeom>
          <a:noFill/>
          <a:ln w="0">
            <a:noFill/>
          </a:ln>
        </p:spPr>
        <p:txBody>
          <a:bodyPr wrap="none" lIns="0" tIns="0" rIns="0" bIns="0" anchor="ctr">
            <a:noAutofit/>
          </a:bodyPr>
          <a:lstStyle>
            <a:defPPr algn="l">
              <a:defRPr sz="1875" b="0">
                <a:solidFill>
                  <a:srgbClr val="B3595E"/>
                </a:solidFill>
                <a:latin typeface="Noto Sans CJK SC"/>
                <a:ea typeface="Noto Sans CJK SC"/>
                <a:cs typeface="Noto Sans CJK SC"/>
              </a:defRPr>
            </a:defPPr>
            <a:lvl1pPr algn="l">
              <a:defRPr sz="1875" b="0">
                <a:solidFill>
                  <a:srgbClr val="B3595E"/>
                </a:solidFill>
                <a:latin typeface="Noto Sans CJK SC"/>
                <a:ea typeface="Noto Sans CJK SC"/>
                <a:cs typeface="Noto Sans CJK SC"/>
              </a:defRPr>
            </a:lvl1pPr>
            <a:lvl2pPr algn="l">
              <a:defRPr sz="1875" b="0">
                <a:solidFill>
                  <a:srgbClr val="B3595E"/>
                </a:solidFill>
                <a:latin typeface="Noto Sans CJK SC"/>
                <a:ea typeface="Noto Sans CJK SC"/>
                <a:cs typeface="Noto Sans CJK SC"/>
              </a:defRPr>
            </a:lvl2pPr>
            <a:lvl3pPr algn="l">
              <a:defRPr sz="1875" b="0">
                <a:solidFill>
                  <a:srgbClr val="B3595E"/>
                </a:solidFill>
                <a:latin typeface="Noto Sans CJK SC"/>
                <a:ea typeface="Noto Sans CJK SC"/>
                <a:cs typeface="Noto Sans CJK SC"/>
              </a:defRPr>
            </a:lvl3pPr>
            <a:lvl4pPr algn="l">
              <a:defRPr sz="1875" b="0">
                <a:solidFill>
                  <a:srgbClr val="B3595E"/>
                </a:solidFill>
                <a:latin typeface="Noto Sans CJK SC"/>
                <a:ea typeface="Noto Sans CJK SC"/>
                <a:cs typeface="Noto Sans CJK SC"/>
              </a:defRPr>
            </a:lvl4pPr>
            <a:lvl5pPr algn="l">
              <a:defRPr sz="1875" b="0">
                <a:solidFill>
                  <a:srgbClr val="B3595E"/>
                </a:solidFill>
                <a:latin typeface="Noto Sans CJK SC"/>
                <a:ea typeface="Noto Sans CJK SC"/>
                <a:cs typeface="Noto Sans CJK SC"/>
              </a:defRPr>
            </a:lvl5pPr>
            <a:lvl6pPr algn="l">
              <a:defRPr sz="1875" b="0">
                <a:solidFill>
                  <a:srgbClr val="B3595E"/>
                </a:solidFill>
                <a:latin typeface="Noto Sans CJK SC"/>
                <a:ea typeface="Noto Sans CJK SC"/>
                <a:cs typeface="Noto Sans CJK SC"/>
              </a:defRPr>
            </a:lvl6pPr>
            <a:lvl7pPr algn="l">
              <a:defRPr sz="1875" b="0">
                <a:solidFill>
                  <a:srgbClr val="B3595E"/>
                </a:solidFill>
                <a:latin typeface="Noto Sans CJK SC"/>
                <a:ea typeface="Noto Sans CJK SC"/>
                <a:cs typeface="Noto Sans CJK SC"/>
              </a:defRPr>
            </a:lvl7pPr>
            <a:lvl8pPr algn="l">
              <a:defRPr sz="1875" b="0">
                <a:solidFill>
                  <a:srgbClr val="B3595E"/>
                </a:solidFill>
                <a:latin typeface="Noto Sans CJK SC"/>
                <a:ea typeface="Noto Sans CJK SC"/>
                <a:cs typeface="Noto Sans CJK SC"/>
              </a:defRPr>
            </a:lvl8pPr>
            <a:lvl9pPr algn="l">
              <a:defRPr sz="1875" b="0">
                <a:solidFill>
                  <a:srgbClr val="B3595E"/>
                </a:solidFill>
                <a:latin typeface="Noto Sans CJK SC"/>
                <a:ea typeface="Noto Sans CJK SC"/>
                <a:cs typeface="Noto Sans CJK SC"/>
              </a:defRPr>
            </a:lvl9pPr>
          </a:lstStyle>
          <a:p>
            <a:pPr algn="l">
              <a:defRPr sz="1875" b="0">
                <a:solidFill>
                  <a:srgbClr val="B3595E"/>
                </a:solidFill>
                <a:latin typeface="Noto Sans CJK SC"/>
                <a:ea typeface="Noto Sans CJK SC"/>
                <a:cs typeface="Noto Sans CJK SC"/>
              </a:defRPr>
            </a:pPr>
            <a:r>
              <a:rPr sz="1875" b="0">
                <a:solidFill>
                  <a:srgbClr val="B3595E"/>
                </a:solidFill>
                <a:latin typeface="Noto Sans CJK SC"/>
                <a:ea typeface="Noto Sans CJK SC"/>
                <a:cs typeface="Noto Sans CJK SC"/>
              </a:rPr>
              <a:t>梯度</a:t>
            </a:r>
          </a:p>
        </p:txBody>
      </p:sp>
      <p:sp>
        <p:nvSpPr>
          <p:cNvPr id="7" name="rollout">
            <a:extLst>
              <a:ext uri="{FF2B5EF4-FFF2-40B4-BE49-F238E27FC236}">
                <a16:creationId xmlns:a16="http://schemas.microsoft.com/office/drawing/2014/main" id="{F485C659-7397-43A4-BDF1-3CBA3D2833DE}"/>
              </a:ext>
            </a:extLst>
          </p:cNvPr>
          <p:cNvSpPr>
            <a:spLocks noGrp="1"/>
          </p:cNvSpPr>
          <p:nvPr/>
        </p:nvSpPr>
        <p:spPr>
          <a:xfrm>
            <a:off x="381000" y="781050"/>
            <a:ext cx="2286000" cy="323850"/>
          </a:xfrm>
          <a:prstGeom prst="rect">
            <a:avLst/>
          </a:prstGeom>
          <a:noFill/>
          <a:ln w="0">
            <a:noFill/>
          </a:ln>
        </p:spPr>
        <p:txBody>
          <a:bodyPr wrap="none" lIns="0" tIns="0" rIns="0" bIns="0" anchor="ctr">
            <a:noAutofit/>
          </a:bodyPr>
          <a:lstStyle>
            <a:defPPr algn="ctr">
              <a:defRPr sz="2175" b="1">
                <a:solidFill>
                  <a:srgbClr val="222222"/>
                </a:solidFill>
                <a:latin typeface="Noto Sans CJK SC"/>
                <a:ea typeface="Noto Sans CJK SC"/>
                <a:cs typeface="Noto Sans CJK SC"/>
              </a:defRPr>
            </a:defPPr>
            <a:lvl1pPr algn="ctr">
              <a:defRPr sz="2175" b="1">
                <a:solidFill>
                  <a:srgbClr val="222222"/>
                </a:solidFill>
                <a:latin typeface="Noto Sans CJK SC"/>
                <a:ea typeface="Noto Sans CJK SC"/>
                <a:cs typeface="Noto Sans CJK SC"/>
              </a:defRPr>
            </a:lvl1pPr>
            <a:lvl2pPr algn="ctr">
              <a:defRPr sz="2175" b="1">
                <a:solidFill>
                  <a:srgbClr val="222222"/>
                </a:solidFill>
                <a:latin typeface="Noto Sans CJK SC"/>
                <a:ea typeface="Noto Sans CJK SC"/>
                <a:cs typeface="Noto Sans CJK SC"/>
              </a:defRPr>
            </a:lvl2pPr>
            <a:lvl3pPr algn="ctr">
              <a:defRPr sz="2175" b="1">
                <a:solidFill>
                  <a:srgbClr val="222222"/>
                </a:solidFill>
                <a:latin typeface="Noto Sans CJK SC"/>
                <a:ea typeface="Noto Sans CJK SC"/>
                <a:cs typeface="Noto Sans CJK SC"/>
              </a:defRPr>
            </a:lvl3pPr>
            <a:lvl4pPr algn="ctr">
              <a:defRPr sz="2175" b="1">
                <a:solidFill>
                  <a:srgbClr val="222222"/>
                </a:solidFill>
                <a:latin typeface="Noto Sans CJK SC"/>
                <a:ea typeface="Noto Sans CJK SC"/>
                <a:cs typeface="Noto Sans CJK SC"/>
              </a:defRPr>
            </a:lvl4pPr>
            <a:lvl5pPr algn="ctr">
              <a:defRPr sz="2175" b="1">
                <a:solidFill>
                  <a:srgbClr val="222222"/>
                </a:solidFill>
                <a:latin typeface="Noto Sans CJK SC"/>
                <a:ea typeface="Noto Sans CJK SC"/>
                <a:cs typeface="Noto Sans CJK SC"/>
              </a:defRPr>
            </a:lvl5pPr>
            <a:lvl6pPr algn="ctr">
              <a:defRPr sz="2175" b="1">
                <a:solidFill>
                  <a:srgbClr val="222222"/>
                </a:solidFill>
                <a:latin typeface="Noto Sans CJK SC"/>
                <a:ea typeface="Noto Sans CJK SC"/>
                <a:cs typeface="Noto Sans CJK SC"/>
              </a:defRPr>
            </a:lvl6pPr>
            <a:lvl7pPr algn="ctr">
              <a:defRPr sz="2175" b="1">
                <a:solidFill>
                  <a:srgbClr val="222222"/>
                </a:solidFill>
                <a:latin typeface="Noto Sans CJK SC"/>
                <a:ea typeface="Noto Sans CJK SC"/>
                <a:cs typeface="Noto Sans CJK SC"/>
              </a:defRPr>
            </a:lvl7pPr>
            <a:lvl8pPr algn="ctr">
              <a:defRPr sz="2175" b="1">
                <a:solidFill>
                  <a:srgbClr val="222222"/>
                </a:solidFill>
                <a:latin typeface="Noto Sans CJK SC"/>
                <a:ea typeface="Noto Sans CJK SC"/>
                <a:cs typeface="Noto Sans CJK SC"/>
              </a:defRPr>
            </a:lvl8pPr>
            <a:lvl9pPr algn="ctr">
              <a:defRPr sz="2175" b="1">
                <a:solidFill>
                  <a:srgbClr val="222222"/>
                </a:solidFill>
                <a:latin typeface="Noto Sans CJK SC"/>
                <a:ea typeface="Noto Sans CJK SC"/>
                <a:cs typeface="Noto Sans CJK SC"/>
              </a:defRPr>
            </a:lvl9pPr>
          </a:lstStyle>
          <a:p>
            <a:pPr algn="ctr">
              <a:defRPr sz="2175" b="1">
                <a:solidFill>
                  <a:srgbClr val="222222"/>
                </a:solidFill>
                <a:latin typeface="Noto Sans CJK SC"/>
                <a:ea typeface="Noto Sans CJK SC"/>
                <a:cs typeface="Noto Sans CJK SC"/>
              </a:defRPr>
            </a:pPr>
            <a:r>
              <a:rPr sz="2175" b="1">
                <a:solidFill>
                  <a:srgbClr val="222222"/>
                </a:solidFill>
                <a:latin typeface="Noto Sans CJK SC"/>
                <a:ea typeface="Noto Sans CJK SC"/>
                <a:cs typeface="Noto Sans CJK SC"/>
              </a:rPr>
              <a:t>交互轨迹</a:t>
            </a:r>
          </a:p>
        </p:txBody>
      </p:sp>
      <p:pic>
        <p:nvPicPr>
          <p:cNvPr id="8" name="">
            <a:extLst>
              <a:ext uri="{FF2B5EF4-FFF2-40B4-BE49-F238E27FC236}">
                <a16:creationId xmlns:a16="http://schemas.microsoft.com/office/drawing/2014/main" id="{4811E198-4801-4FB0-B3D2-09D0CA88748E}"/>
              </a:ext>
            </a:extLst>
          </p:cNvPr>
          <p:cNvPicPr>
            <a:picLocks noChangeAspect="1"/>
          </p:cNvPicPr>
          <p:nvPr/>
        </p:nvPicPr>
        <p:blipFill>
          <a:blip r:embed="rIdFigure33Visual1"/>
          <a:srcRect l="0" t="7371" r="50000" b="47809"/>
          <a:stretch/>
        </p:blipFill>
        <p:spPr>
          <a:xfrm>
            <a:off x="381000" y="1143000"/>
            <a:ext cx="2286000" cy="1609725"/>
          </a:xfrm>
          <a:prstGeom prst="rect">
            <a:avLst/>
          </a:prstGeom>
        </p:spPr>
      </p:pic>
      <p:sp>
        <p:nvSpPr>
          <p:cNvPr id="9" name="rollout-detail">
            <a:extLst>
              <a:ext uri="{FF2B5EF4-FFF2-40B4-BE49-F238E27FC236}">
                <a16:creationId xmlns:a16="http://schemas.microsoft.com/office/drawing/2014/main" id="{54BE82DA-3C70-41F9-A82B-0A6B5501E75C}"/>
              </a:ext>
            </a:extLst>
          </p:cNvPr>
          <p:cNvSpPr>
            <a:spLocks noGrp="1"/>
          </p:cNvSpPr>
          <p:nvPr/>
        </p:nvSpPr>
        <p:spPr>
          <a:xfrm>
            <a:off x="381000" y="2819400"/>
            <a:ext cx="2552700" cy="304800"/>
          </a:xfrm>
          <a:prstGeom prst="rect">
            <a:avLst/>
          </a:prstGeom>
          <a:noFill/>
          <a:ln w="0">
            <a:noFill/>
          </a:ln>
        </p:spPr>
        <p:txBody>
          <a:bodyPr wrap="none" lIns="0" tIns="0" rIns="0" bIns="0" anchor="ctr">
            <a:noAutofit/>
          </a:bodyPr>
          <a:lstStyle>
            <a:defPPr algn="ctr">
              <a:defRPr sz="1800" b="0">
                <a:solidFill>
                  <a:srgbClr val="64686C"/>
                </a:solidFill>
                <a:latin typeface="Noto Sans CJK SC"/>
                <a:ea typeface="Noto Sans CJK SC"/>
                <a:cs typeface="Noto Sans CJK SC"/>
              </a:defRPr>
            </a:defPPr>
            <a:lvl1pPr algn="ctr">
              <a:defRPr sz="1800" b="0">
                <a:solidFill>
                  <a:srgbClr val="64686C"/>
                </a:solidFill>
                <a:latin typeface="Noto Sans CJK SC"/>
                <a:ea typeface="Noto Sans CJK SC"/>
                <a:cs typeface="Noto Sans CJK SC"/>
              </a:defRPr>
            </a:lvl1pPr>
            <a:lvl2pPr algn="ctr">
              <a:defRPr sz="1800" b="0">
                <a:solidFill>
                  <a:srgbClr val="64686C"/>
                </a:solidFill>
                <a:latin typeface="Noto Sans CJK SC"/>
                <a:ea typeface="Noto Sans CJK SC"/>
                <a:cs typeface="Noto Sans CJK SC"/>
              </a:defRPr>
            </a:lvl2pPr>
            <a:lvl3pPr algn="ctr">
              <a:defRPr sz="1800" b="0">
                <a:solidFill>
                  <a:srgbClr val="64686C"/>
                </a:solidFill>
                <a:latin typeface="Noto Sans CJK SC"/>
                <a:ea typeface="Noto Sans CJK SC"/>
                <a:cs typeface="Noto Sans CJK SC"/>
              </a:defRPr>
            </a:lvl3pPr>
            <a:lvl4pPr algn="ctr">
              <a:defRPr sz="1800" b="0">
                <a:solidFill>
                  <a:srgbClr val="64686C"/>
                </a:solidFill>
                <a:latin typeface="Noto Sans CJK SC"/>
                <a:ea typeface="Noto Sans CJK SC"/>
                <a:cs typeface="Noto Sans CJK SC"/>
              </a:defRPr>
            </a:lvl4pPr>
            <a:lvl5pPr algn="ctr">
              <a:defRPr sz="1800" b="0">
                <a:solidFill>
                  <a:srgbClr val="64686C"/>
                </a:solidFill>
                <a:latin typeface="Noto Sans CJK SC"/>
                <a:ea typeface="Noto Sans CJK SC"/>
                <a:cs typeface="Noto Sans CJK SC"/>
              </a:defRPr>
            </a:lvl5pPr>
            <a:lvl6pPr algn="ctr">
              <a:defRPr sz="1800" b="0">
                <a:solidFill>
                  <a:srgbClr val="64686C"/>
                </a:solidFill>
                <a:latin typeface="Noto Sans CJK SC"/>
                <a:ea typeface="Noto Sans CJK SC"/>
                <a:cs typeface="Noto Sans CJK SC"/>
              </a:defRPr>
            </a:lvl6pPr>
            <a:lvl7pPr algn="ctr">
              <a:defRPr sz="1800" b="0">
                <a:solidFill>
                  <a:srgbClr val="64686C"/>
                </a:solidFill>
                <a:latin typeface="Noto Sans CJK SC"/>
                <a:ea typeface="Noto Sans CJK SC"/>
                <a:cs typeface="Noto Sans CJK SC"/>
              </a:defRPr>
            </a:lvl7pPr>
            <a:lvl8pPr algn="ctr">
              <a:defRPr sz="1800" b="0">
                <a:solidFill>
                  <a:srgbClr val="64686C"/>
                </a:solidFill>
                <a:latin typeface="Noto Sans CJK SC"/>
                <a:ea typeface="Noto Sans CJK SC"/>
                <a:cs typeface="Noto Sans CJK SC"/>
              </a:defRPr>
            </a:lvl8pPr>
            <a:lvl9pPr algn="ctr">
              <a:defRPr sz="1800" b="0">
                <a:solidFill>
                  <a:srgbClr val="64686C"/>
                </a:solidFill>
                <a:latin typeface="Noto Sans CJK SC"/>
                <a:ea typeface="Noto Sans CJK SC"/>
                <a:cs typeface="Noto Sans CJK SC"/>
              </a:defRPr>
            </a:lvl9pPr>
          </a:lstStyle>
          <a:p>
            <a:pPr algn="ctr">
              <a:defRPr sz="1800" b="0">
                <a:solidFill>
                  <a:srgbClr val="64686C"/>
                </a:solidFill>
                <a:latin typeface="Noto Sans CJK SC"/>
                <a:ea typeface="Noto Sans CJK SC"/>
                <a:cs typeface="Noto Sans CJK SC"/>
              </a:defRPr>
            </a:pPr>
            <a:r>
              <a:rPr sz="1800" b="0">
                <a:solidFill>
                  <a:srgbClr val="64686C"/>
                </a:solidFill>
                <a:latin typeface="Noto Sans CJK SC"/>
                <a:ea typeface="Noto Sans CJK SC"/>
                <a:cs typeface="Noto Sans CJK SC"/>
              </a:rPr>
              <a:t>RM65-B 既有仿真</a:t>
            </a:r>
          </a:p>
        </p:txBody>
      </p:sp>
      <p:cxnSp>
        <p:nvCxnSpPr>
          <p:cNvPr id="10" name="state-to-value">
            <a:extLst>
              <a:ext uri="{FF2B5EF4-FFF2-40B4-BE49-F238E27FC236}">
                <a16:creationId xmlns:a16="http://schemas.microsoft.com/office/drawing/2014/main" id="{2FD7DDCC-9751-44C0-8B37-67E78FA0A555}"/>
              </a:ext>
            </a:extLst>
          </p:cNvPr>
          <p:cNvCxnSpPr/>
          <p:nvPr/>
        </p:nvCxnSpPr>
        <p:spPr>
          <a:xfrm flipH="0" flipV="0">
            <a:off x="2667000" y="1809750"/>
            <a:ext cx="2857500" cy="0"/>
          </a:xfrm>
          <a:prstGeom prst="straightConnector1">
            <a:avLst/>
          </a:prstGeom>
          <a:ln w="20955">
            <a:solidFill>
              <a:srgbClr val="64686C"/>
            </a:solidFill>
            <a:prstDash val="solid"/>
            <a:tailEnd type="triangle" w="med" len="med"/>
          </a:ln>
        </p:spPr>
      </p:cxnSp>
      <p:sp>
        <p:nvSpPr>
          <p:cNvPr id="11" name="state-label">
            <a:extLst>
              <a:ext uri="{FF2B5EF4-FFF2-40B4-BE49-F238E27FC236}">
                <a16:creationId xmlns:a16="http://schemas.microsoft.com/office/drawing/2014/main" id="{6FEF9DF8-3156-46BD-B61C-959E17F66AAE}"/>
              </a:ext>
            </a:extLst>
          </p:cNvPr>
          <p:cNvSpPr>
            <a:spLocks noGrp="1"/>
          </p:cNvSpPr>
          <p:nvPr/>
        </p:nvSpPr>
        <p:spPr>
          <a:xfrm>
            <a:off x="3333750" y="1333500"/>
            <a:ext cx="1809750" cy="342900"/>
          </a:xfrm>
          <a:prstGeom prst="rect">
            <a:avLst/>
          </a:prstGeom>
          <a:noFill/>
          <a:ln w="0">
            <a:noFill/>
          </a:ln>
        </p:spPr>
        <p:txBody>
          <a:bodyPr wrap="none" lIns="0" tIns="0" rIns="0" bIns="0" anchor="ctr">
            <a:noAutofit/>
          </a:bodyPr>
          <a:lstStyle>
            <a:defPPr algn="ctr">
              <a:defRPr sz="2025" b="0">
                <a:solidFill>
                  <a:srgbClr val="64686C"/>
                </a:solidFill>
                <a:latin typeface="Noto Sans CJK SC"/>
                <a:ea typeface="Noto Sans CJK SC"/>
                <a:cs typeface="Noto Sans CJK SC"/>
              </a:defRPr>
            </a:defPPr>
            <a:lvl1pPr algn="ctr">
              <a:defRPr sz="2025" b="0">
                <a:solidFill>
                  <a:srgbClr val="64686C"/>
                </a:solidFill>
                <a:latin typeface="Noto Sans CJK SC"/>
                <a:ea typeface="Noto Sans CJK SC"/>
                <a:cs typeface="Noto Sans CJK SC"/>
              </a:defRPr>
            </a:lvl1pPr>
            <a:lvl2pPr algn="ctr">
              <a:defRPr sz="2025" b="0">
                <a:solidFill>
                  <a:srgbClr val="64686C"/>
                </a:solidFill>
                <a:latin typeface="Noto Sans CJK SC"/>
                <a:ea typeface="Noto Sans CJK SC"/>
                <a:cs typeface="Noto Sans CJK SC"/>
              </a:defRPr>
            </a:lvl2pPr>
            <a:lvl3pPr algn="ctr">
              <a:defRPr sz="2025" b="0">
                <a:solidFill>
                  <a:srgbClr val="64686C"/>
                </a:solidFill>
                <a:latin typeface="Noto Sans CJK SC"/>
                <a:ea typeface="Noto Sans CJK SC"/>
                <a:cs typeface="Noto Sans CJK SC"/>
              </a:defRPr>
            </a:lvl3pPr>
            <a:lvl4pPr algn="ctr">
              <a:defRPr sz="2025" b="0">
                <a:solidFill>
                  <a:srgbClr val="64686C"/>
                </a:solidFill>
                <a:latin typeface="Noto Sans CJK SC"/>
                <a:ea typeface="Noto Sans CJK SC"/>
                <a:cs typeface="Noto Sans CJK SC"/>
              </a:defRPr>
            </a:lvl4pPr>
            <a:lvl5pPr algn="ctr">
              <a:defRPr sz="2025" b="0">
                <a:solidFill>
                  <a:srgbClr val="64686C"/>
                </a:solidFill>
                <a:latin typeface="Noto Sans CJK SC"/>
                <a:ea typeface="Noto Sans CJK SC"/>
                <a:cs typeface="Noto Sans CJK SC"/>
              </a:defRPr>
            </a:lvl5pPr>
            <a:lvl6pPr algn="ctr">
              <a:defRPr sz="2025" b="0">
                <a:solidFill>
                  <a:srgbClr val="64686C"/>
                </a:solidFill>
                <a:latin typeface="Noto Sans CJK SC"/>
                <a:ea typeface="Noto Sans CJK SC"/>
                <a:cs typeface="Noto Sans CJK SC"/>
              </a:defRPr>
            </a:lvl6pPr>
            <a:lvl7pPr algn="ctr">
              <a:defRPr sz="2025" b="0">
                <a:solidFill>
                  <a:srgbClr val="64686C"/>
                </a:solidFill>
                <a:latin typeface="Noto Sans CJK SC"/>
                <a:ea typeface="Noto Sans CJK SC"/>
                <a:cs typeface="Noto Sans CJK SC"/>
              </a:defRPr>
            </a:lvl7pPr>
            <a:lvl8pPr algn="ctr">
              <a:defRPr sz="2025" b="0">
                <a:solidFill>
                  <a:srgbClr val="64686C"/>
                </a:solidFill>
                <a:latin typeface="Noto Sans CJK SC"/>
                <a:ea typeface="Noto Sans CJK SC"/>
                <a:cs typeface="Noto Sans CJK SC"/>
              </a:defRPr>
            </a:lvl8pPr>
            <a:lvl9pPr algn="ctr">
              <a:defRPr sz="2025" b="0">
                <a:solidFill>
                  <a:srgbClr val="64686C"/>
                </a:solidFill>
                <a:latin typeface="Noto Sans CJK SC"/>
                <a:ea typeface="Noto Sans CJK SC"/>
                <a:cs typeface="Noto Sans CJK SC"/>
              </a:defRPr>
            </a:lvl9pPr>
          </a:lstStyle>
          <a:p>
            <a:pPr algn="ctr">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阶段状态</a:t>
            </a:r>
          </a:p>
        </p:txBody>
      </p:sp>
      <p:sp>
        <p:nvSpPr>
          <p:cNvPr id="12" name="value-title">
            <a:extLst>
              <a:ext uri="{FF2B5EF4-FFF2-40B4-BE49-F238E27FC236}">
                <a16:creationId xmlns:a16="http://schemas.microsoft.com/office/drawing/2014/main" id="{C9B8042C-4180-4B36-B72A-4A81567AD82C}"/>
              </a:ext>
            </a:extLst>
          </p:cNvPr>
          <p:cNvSpPr>
            <a:spLocks noGrp="1"/>
          </p:cNvSpPr>
          <p:nvPr/>
        </p:nvSpPr>
        <p:spPr>
          <a:xfrm>
            <a:off x="5524500" y="857250"/>
            <a:ext cx="3333750" cy="400050"/>
          </a:xfrm>
          <a:prstGeom prst="rect">
            <a:avLst/>
          </a:prstGeom>
          <a:noFill/>
          <a:ln w="0">
            <a:noFill/>
          </a:ln>
        </p:spPr>
        <p:txBody>
          <a:bodyPr wrap="none" lIns="0" tIns="0" rIns="0" bIns="0" anchor="ctr">
            <a:noAutofit/>
          </a:bodyPr>
          <a:lstStyle>
            <a:defPPr algn="ctr">
              <a:defRPr sz="2400" b="1">
                <a:solidFill>
                  <a:srgbClr val="222222"/>
                </a:solidFill>
                <a:latin typeface="Noto Sans CJK SC"/>
                <a:ea typeface="Noto Sans CJK SC"/>
                <a:cs typeface="Noto Sans CJK SC"/>
              </a:defRPr>
            </a:defPPr>
            <a:lvl1pPr algn="ctr">
              <a:defRPr sz="2400" b="1">
                <a:solidFill>
                  <a:srgbClr val="222222"/>
                </a:solidFill>
                <a:latin typeface="Noto Sans CJK SC"/>
                <a:ea typeface="Noto Sans CJK SC"/>
                <a:cs typeface="Noto Sans CJK SC"/>
              </a:defRPr>
            </a:lvl1pPr>
            <a:lvl2pPr algn="ctr">
              <a:defRPr sz="2400" b="1">
                <a:solidFill>
                  <a:srgbClr val="222222"/>
                </a:solidFill>
                <a:latin typeface="Noto Sans CJK SC"/>
                <a:ea typeface="Noto Sans CJK SC"/>
                <a:cs typeface="Noto Sans CJK SC"/>
              </a:defRPr>
            </a:lvl2pPr>
            <a:lvl3pPr algn="ctr">
              <a:defRPr sz="2400" b="1">
                <a:solidFill>
                  <a:srgbClr val="222222"/>
                </a:solidFill>
                <a:latin typeface="Noto Sans CJK SC"/>
                <a:ea typeface="Noto Sans CJK SC"/>
                <a:cs typeface="Noto Sans CJK SC"/>
              </a:defRPr>
            </a:lvl3pPr>
            <a:lvl4pPr algn="ctr">
              <a:defRPr sz="2400" b="1">
                <a:solidFill>
                  <a:srgbClr val="222222"/>
                </a:solidFill>
                <a:latin typeface="Noto Sans CJK SC"/>
                <a:ea typeface="Noto Sans CJK SC"/>
                <a:cs typeface="Noto Sans CJK SC"/>
              </a:defRPr>
            </a:lvl4pPr>
            <a:lvl5pPr algn="ctr">
              <a:defRPr sz="2400" b="1">
                <a:solidFill>
                  <a:srgbClr val="222222"/>
                </a:solidFill>
                <a:latin typeface="Noto Sans CJK SC"/>
                <a:ea typeface="Noto Sans CJK SC"/>
                <a:cs typeface="Noto Sans CJK SC"/>
              </a:defRPr>
            </a:lvl5pPr>
            <a:lvl6pPr algn="ctr">
              <a:defRPr sz="2400" b="1">
                <a:solidFill>
                  <a:srgbClr val="222222"/>
                </a:solidFill>
                <a:latin typeface="Noto Sans CJK SC"/>
                <a:ea typeface="Noto Sans CJK SC"/>
                <a:cs typeface="Noto Sans CJK SC"/>
              </a:defRPr>
            </a:lvl6pPr>
            <a:lvl7pPr algn="ctr">
              <a:defRPr sz="2400" b="1">
                <a:solidFill>
                  <a:srgbClr val="222222"/>
                </a:solidFill>
                <a:latin typeface="Noto Sans CJK SC"/>
                <a:ea typeface="Noto Sans CJK SC"/>
                <a:cs typeface="Noto Sans CJK SC"/>
              </a:defRPr>
            </a:lvl7pPr>
            <a:lvl8pPr algn="ctr">
              <a:defRPr sz="2400" b="1">
                <a:solidFill>
                  <a:srgbClr val="222222"/>
                </a:solidFill>
                <a:latin typeface="Noto Sans CJK SC"/>
                <a:ea typeface="Noto Sans CJK SC"/>
                <a:cs typeface="Noto Sans CJK SC"/>
              </a:defRPr>
            </a:lvl8pPr>
            <a:lvl9pPr algn="ctr">
              <a:defRPr sz="2400" b="1">
                <a:solidFill>
                  <a:srgbClr val="222222"/>
                </a:solidFill>
                <a:latin typeface="Noto Sans CJK SC"/>
                <a:ea typeface="Noto Sans CJK SC"/>
                <a:cs typeface="Noto Sans CJK SC"/>
              </a:defRPr>
            </a:lvl9pPr>
          </a:lstStyle>
          <a:p>
            <a:pPr algn="ctr">
              <a:defRPr sz="2400" b="1">
                <a:solidFill>
                  <a:srgbClr val="222222"/>
                </a:solidFill>
                <a:latin typeface="Noto Sans CJK SC"/>
                <a:ea typeface="Noto Sans CJK SC"/>
                <a:cs typeface="Noto Sans CJK SC"/>
              </a:defRPr>
            </a:pPr>
            <a:r>
              <a:rPr sz="2400" b="1">
                <a:solidFill>
                  <a:srgbClr val="222222"/>
                </a:solidFill>
                <a:latin typeface="Noto Sans CJK SC"/>
                <a:ea typeface="Noto Sans CJK SC"/>
                <a:cs typeface="Noto Sans CJK SC"/>
              </a:rPr>
              <a:t>独立价值模型 ψ</a:t>
            </a:r>
          </a:p>
        </p:txBody>
      </p:sp>
      <p:sp>
        <p:nvSpPr>
          <p:cNvPr id="13" name="value-back-2">
            <a:extLst>
              <a:ext uri="{FF2B5EF4-FFF2-40B4-BE49-F238E27FC236}">
                <a16:creationId xmlns:a16="http://schemas.microsoft.com/office/drawing/2014/main" id="{83F02ADE-A1D5-4BA4-A914-71A14CB71A0E}"/>
              </a:ext>
            </a:extLst>
          </p:cNvPr>
          <p:cNvSpPr>
            <a:spLocks noGrp="1"/>
          </p:cNvSpPr>
          <p:nvPr/>
        </p:nvSpPr>
        <p:spPr>
          <a:xfrm>
            <a:off x="5619750" y="1352550"/>
            <a:ext cx="3333750" cy="838200"/>
          </a:xfrm>
          <a:prstGeom prst="rect">
            <a:avLst/>
          </a:prstGeom>
          <a:solidFill>
            <a:srgbClr val="F5F8F6"/>
          </a:solidFill>
          <a:ln w="13335">
            <a:solidFill>
              <a:srgbClr val="AAC3B7"/>
            </a:solidFill>
            <a:prstDash val="solid"/>
          </a:ln>
        </p:spPr>
      </p:sp>
      <p:sp>
        <p:nvSpPr>
          <p:cNvPr id="14" name="value-back-1">
            <a:extLst>
              <a:ext uri="{FF2B5EF4-FFF2-40B4-BE49-F238E27FC236}">
                <a16:creationId xmlns:a16="http://schemas.microsoft.com/office/drawing/2014/main" id="{B17D1CC7-BB99-40B8-943F-7273234DF20F}"/>
              </a:ext>
            </a:extLst>
          </p:cNvPr>
          <p:cNvSpPr>
            <a:spLocks noGrp="1"/>
          </p:cNvSpPr>
          <p:nvPr/>
        </p:nvSpPr>
        <p:spPr>
          <a:xfrm>
            <a:off x="5572125" y="1400175"/>
            <a:ext cx="3333750" cy="838200"/>
          </a:xfrm>
          <a:prstGeom prst="rect">
            <a:avLst/>
          </a:prstGeom>
          <a:solidFill>
            <a:srgbClr val="F1F6F3"/>
          </a:solidFill>
          <a:ln w="13335">
            <a:solidFill>
              <a:srgbClr val="8BAB9E"/>
            </a:solidFill>
            <a:prstDash val="solid"/>
          </a:ln>
        </p:spPr>
      </p:sp>
      <p:sp>
        <p:nvSpPr>
          <p:cNvPr id="15" name="value">
            <a:extLst>
              <a:ext uri="{FF2B5EF4-FFF2-40B4-BE49-F238E27FC236}">
                <a16:creationId xmlns:a16="http://schemas.microsoft.com/office/drawing/2014/main" id="{BEF61E19-7F16-4078-BD14-B6977C403D2B}"/>
              </a:ext>
            </a:extLst>
          </p:cNvPr>
          <p:cNvSpPr>
            <a:spLocks noGrp="1"/>
          </p:cNvSpPr>
          <p:nvPr/>
        </p:nvSpPr>
        <p:spPr>
          <a:xfrm>
            <a:off x="5524500" y="1447800"/>
            <a:ext cx="3333750" cy="838200"/>
          </a:xfrm>
          <a:prstGeom prst="rect">
            <a:avLst/>
          </a:prstGeom>
          <a:solidFill>
            <a:srgbClr val="EEF4F0"/>
          </a:solidFill>
          <a:ln w="17145">
            <a:solidFill>
              <a:srgbClr val="427568"/>
            </a:solidFill>
            <a:prstDash val="solid"/>
          </a:ln>
        </p:spPr>
      </p:sp>
      <p:sp>
        <p:nvSpPr>
          <p:cNvPr id="16" name="value-encoder">
            <a:extLst>
              <a:ext uri="{FF2B5EF4-FFF2-40B4-BE49-F238E27FC236}">
                <a16:creationId xmlns:a16="http://schemas.microsoft.com/office/drawing/2014/main" id="{4855ED29-A315-420B-AFD6-5ECDBC4CFBED}"/>
              </a:ext>
            </a:extLst>
          </p:cNvPr>
          <p:cNvSpPr>
            <a:spLocks noGrp="1"/>
          </p:cNvSpPr>
          <p:nvPr/>
        </p:nvSpPr>
        <p:spPr>
          <a:xfrm>
            <a:off x="5705475" y="1609725"/>
            <a:ext cx="942975" cy="504825"/>
          </a:xfrm>
          <a:prstGeom prst="rect">
            <a:avLst/>
          </a:prstGeom>
          <a:solidFill>
            <a:srgbClr val="FFFFFF"/>
          </a:solidFill>
          <a:ln w="17145">
            <a:solidFill>
              <a:srgbClr val="427568"/>
            </a:solidFill>
            <a:prstDash val="solid"/>
          </a:ln>
        </p:spPr>
      </p:sp>
      <p:sp>
        <p:nvSpPr>
          <p:cNvPr id="17" name="value-encoder-text">
            <a:extLst>
              <a:ext uri="{FF2B5EF4-FFF2-40B4-BE49-F238E27FC236}">
                <a16:creationId xmlns:a16="http://schemas.microsoft.com/office/drawing/2014/main" id="{668CEB6F-3C1A-4081-84A0-A8689F4065C3}"/>
              </a:ext>
            </a:extLst>
          </p:cNvPr>
          <p:cNvSpPr>
            <a:spLocks noGrp="1"/>
          </p:cNvSpPr>
          <p:nvPr/>
        </p:nvSpPr>
        <p:spPr>
          <a:xfrm>
            <a:off x="5800725" y="1657350"/>
            <a:ext cx="752475" cy="409575"/>
          </a:xfrm>
          <a:prstGeom prst="rect">
            <a:avLst/>
          </a:prstGeom>
          <a:noFill/>
          <a:ln w="0">
            <a:noFill/>
          </a:ln>
        </p:spPr>
        <p:txBody>
          <a:bodyPr wrap="none" lIns="0" tIns="0" rIns="0" bIns="0" anchor="ctr">
            <a:noAutofit/>
          </a:bodyPr>
          <a:lstStyle>
            <a:defPPr algn="ctr">
              <a:defRPr sz="2325" b="0">
                <a:solidFill>
                  <a:srgbClr val="427568"/>
                </a:solidFill>
                <a:latin typeface="Noto Sans CJK SC"/>
                <a:ea typeface="Noto Sans CJK SC"/>
                <a:cs typeface="Noto Sans CJK SC"/>
              </a:defRPr>
            </a:defPPr>
            <a:lvl1pPr algn="ctr">
              <a:defRPr sz="2325" b="0">
                <a:solidFill>
                  <a:srgbClr val="427568"/>
                </a:solidFill>
                <a:latin typeface="Noto Sans CJK SC"/>
                <a:ea typeface="Noto Sans CJK SC"/>
                <a:cs typeface="Noto Sans CJK SC"/>
              </a:defRPr>
            </a:lvl1pPr>
            <a:lvl2pPr algn="ctr">
              <a:defRPr sz="2325" b="0">
                <a:solidFill>
                  <a:srgbClr val="427568"/>
                </a:solidFill>
                <a:latin typeface="Noto Sans CJK SC"/>
                <a:ea typeface="Noto Sans CJK SC"/>
                <a:cs typeface="Noto Sans CJK SC"/>
              </a:defRPr>
            </a:lvl2pPr>
            <a:lvl3pPr algn="ctr">
              <a:defRPr sz="2325" b="0">
                <a:solidFill>
                  <a:srgbClr val="427568"/>
                </a:solidFill>
                <a:latin typeface="Noto Sans CJK SC"/>
                <a:ea typeface="Noto Sans CJK SC"/>
                <a:cs typeface="Noto Sans CJK SC"/>
              </a:defRPr>
            </a:lvl3pPr>
            <a:lvl4pPr algn="ctr">
              <a:defRPr sz="2325" b="0">
                <a:solidFill>
                  <a:srgbClr val="427568"/>
                </a:solidFill>
                <a:latin typeface="Noto Sans CJK SC"/>
                <a:ea typeface="Noto Sans CJK SC"/>
                <a:cs typeface="Noto Sans CJK SC"/>
              </a:defRPr>
            </a:lvl4pPr>
            <a:lvl5pPr algn="ctr">
              <a:defRPr sz="2325" b="0">
                <a:solidFill>
                  <a:srgbClr val="427568"/>
                </a:solidFill>
                <a:latin typeface="Noto Sans CJK SC"/>
                <a:ea typeface="Noto Sans CJK SC"/>
                <a:cs typeface="Noto Sans CJK SC"/>
              </a:defRPr>
            </a:lvl5pPr>
            <a:lvl6pPr algn="ctr">
              <a:defRPr sz="2325" b="0">
                <a:solidFill>
                  <a:srgbClr val="427568"/>
                </a:solidFill>
                <a:latin typeface="Noto Sans CJK SC"/>
                <a:ea typeface="Noto Sans CJK SC"/>
                <a:cs typeface="Noto Sans CJK SC"/>
              </a:defRPr>
            </a:lvl6pPr>
            <a:lvl7pPr algn="ctr">
              <a:defRPr sz="2325" b="0">
                <a:solidFill>
                  <a:srgbClr val="427568"/>
                </a:solidFill>
                <a:latin typeface="Noto Sans CJK SC"/>
                <a:ea typeface="Noto Sans CJK SC"/>
                <a:cs typeface="Noto Sans CJK SC"/>
              </a:defRPr>
            </a:lvl7pPr>
            <a:lvl8pPr algn="ctr">
              <a:defRPr sz="2325" b="0">
                <a:solidFill>
                  <a:srgbClr val="427568"/>
                </a:solidFill>
                <a:latin typeface="Noto Sans CJK SC"/>
                <a:ea typeface="Noto Sans CJK SC"/>
                <a:cs typeface="Noto Sans CJK SC"/>
              </a:defRPr>
            </a:lvl8pPr>
            <a:lvl9pPr algn="ctr">
              <a:defRPr sz="2325" b="0">
                <a:solidFill>
                  <a:srgbClr val="427568"/>
                </a:solidFill>
                <a:latin typeface="Noto Sans CJK SC"/>
                <a:ea typeface="Noto Sans CJK SC"/>
                <a:cs typeface="Noto Sans CJK SC"/>
              </a:defRPr>
            </a:lvl9pPr>
          </a:lstStyle>
          <a:p>
            <a:pPr algn="ctr">
              <a:defRPr sz="2325" b="0">
                <a:solidFill>
                  <a:srgbClr val="427568"/>
                </a:solidFill>
                <a:latin typeface="Noto Sans CJK SC"/>
                <a:ea typeface="Noto Sans CJK SC"/>
                <a:cs typeface="Noto Sans CJK SC"/>
              </a:defRPr>
            </a:pPr>
            <a:r>
              <a:rPr sz="2325" b="0">
                <a:solidFill>
                  <a:srgbClr val="427568"/>
                </a:solidFill>
                <a:latin typeface="Noto Sans CJK SC"/>
                <a:ea typeface="Noto Sans CJK SC"/>
                <a:cs typeface="Noto Sans CJK SC"/>
              </a:rPr>
              <a:t>Vψ</a:t>
            </a:r>
          </a:p>
        </p:txBody>
      </p:sp>
      <p:cxnSp>
        <p:nvCxnSpPr>
          <p:cNvPr id="18" name="encoder-to-bin">
            <a:extLst>
              <a:ext uri="{FF2B5EF4-FFF2-40B4-BE49-F238E27FC236}">
                <a16:creationId xmlns:a16="http://schemas.microsoft.com/office/drawing/2014/main" id="{E4D4F086-23BF-4CD7-B2C6-9CB2FB5A7B4E}"/>
              </a:ext>
            </a:extLst>
          </p:cNvPr>
          <p:cNvCxnSpPr/>
          <p:nvPr/>
        </p:nvCxnSpPr>
        <p:spPr>
          <a:xfrm flipH="0" flipV="0">
            <a:off x="6667500" y="1866900"/>
            <a:ext cx="304800" cy="0"/>
          </a:xfrm>
          <a:prstGeom prst="straightConnector1">
            <a:avLst/>
          </a:prstGeom>
          <a:ln w="20955">
            <a:solidFill>
              <a:srgbClr val="427568"/>
            </a:solidFill>
            <a:prstDash val="solid"/>
            <a:tailEnd type="triangle" w="med" len="med"/>
          </a:ln>
        </p:spPr>
      </p:cxnSp>
      <p:sp>
        <p:nvSpPr>
          <p:cNvPr id="19" name="value-bin-0">
            <a:extLst>
              <a:ext uri="{FF2B5EF4-FFF2-40B4-BE49-F238E27FC236}">
                <a16:creationId xmlns:a16="http://schemas.microsoft.com/office/drawing/2014/main" id="{DA9F9FC9-D893-4AA1-B994-ADB9551C8AEF}"/>
              </a:ext>
            </a:extLst>
          </p:cNvPr>
          <p:cNvSpPr>
            <a:spLocks noGrp="1"/>
          </p:cNvSpPr>
          <p:nvPr/>
        </p:nvSpPr>
        <p:spPr>
          <a:xfrm>
            <a:off x="7105650" y="2057400"/>
            <a:ext cx="142875" cy="95250"/>
          </a:xfrm>
          <a:prstGeom prst="rect">
            <a:avLst/>
          </a:prstGeom>
          <a:solidFill>
            <a:srgbClr val="427568"/>
          </a:solidFill>
          <a:ln w="0">
            <a:noFill/>
            <a:prstDash val="solid"/>
          </a:ln>
        </p:spPr>
      </p:sp>
      <p:sp>
        <p:nvSpPr>
          <p:cNvPr id="20" name="value-bin-1">
            <a:extLst>
              <a:ext uri="{FF2B5EF4-FFF2-40B4-BE49-F238E27FC236}">
                <a16:creationId xmlns:a16="http://schemas.microsoft.com/office/drawing/2014/main" id="{BE035157-B89D-45DD-8C06-952A94389528}"/>
              </a:ext>
            </a:extLst>
          </p:cNvPr>
          <p:cNvSpPr>
            <a:spLocks noGrp="1"/>
          </p:cNvSpPr>
          <p:nvPr/>
        </p:nvSpPr>
        <p:spPr>
          <a:xfrm>
            <a:off x="7324725" y="1962150"/>
            <a:ext cx="142875" cy="190500"/>
          </a:xfrm>
          <a:prstGeom prst="rect">
            <a:avLst/>
          </a:prstGeom>
          <a:solidFill>
            <a:srgbClr val="427568"/>
          </a:solidFill>
          <a:ln w="0">
            <a:noFill/>
            <a:prstDash val="solid"/>
          </a:ln>
        </p:spPr>
      </p:sp>
      <p:sp>
        <p:nvSpPr>
          <p:cNvPr id="21" name="value-bin-2">
            <a:extLst>
              <a:ext uri="{FF2B5EF4-FFF2-40B4-BE49-F238E27FC236}">
                <a16:creationId xmlns:a16="http://schemas.microsoft.com/office/drawing/2014/main" id="{E50EEBA9-3948-4F77-AE95-505C36ECDA62}"/>
              </a:ext>
            </a:extLst>
          </p:cNvPr>
          <p:cNvSpPr>
            <a:spLocks noGrp="1"/>
          </p:cNvSpPr>
          <p:nvPr/>
        </p:nvSpPr>
        <p:spPr>
          <a:xfrm>
            <a:off x="7543800" y="1781175"/>
            <a:ext cx="142875" cy="371475"/>
          </a:xfrm>
          <a:prstGeom prst="rect">
            <a:avLst/>
          </a:prstGeom>
          <a:solidFill>
            <a:srgbClr val="427568"/>
          </a:solidFill>
          <a:ln w="0">
            <a:noFill/>
            <a:prstDash val="solid"/>
          </a:ln>
        </p:spPr>
      </p:sp>
      <p:sp>
        <p:nvSpPr>
          <p:cNvPr id="22" name="value-bin-3">
            <a:extLst>
              <a:ext uri="{FF2B5EF4-FFF2-40B4-BE49-F238E27FC236}">
                <a16:creationId xmlns:a16="http://schemas.microsoft.com/office/drawing/2014/main" id="{3C3C6648-9850-4BBD-B9A2-06F146B07B55}"/>
              </a:ext>
            </a:extLst>
          </p:cNvPr>
          <p:cNvSpPr>
            <a:spLocks noGrp="1"/>
          </p:cNvSpPr>
          <p:nvPr/>
        </p:nvSpPr>
        <p:spPr>
          <a:xfrm>
            <a:off x="7762875" y="1600200"/>
            <a:ext cx="142875" cy="552450"/>
          </a:xfrm>
          <a:prstGeom prst="rect">
            <a:avLst/>
          </a:prstGeom>
          <a:solidFill>
            <a:srgbClr val="427568"/>
          </a:solidFill>
          <a:ln w="0">
            <a:noFill/>
            <a:prstDash val="solid"/>
          </a:ln>
        </p:spPr>
      </p:sp>
      <p:sp>
        <p:nvSpPr>
          <p:cNvPr id="23" name="value-bin-4">
            <a:extLst>
              <a:ext uri="{FF2B5EF4-FFF2-40B4-BE49-F238E27FC236}">
                <a16:creationId xmlns:a16="http://schemas.microsoft.com/office/drawing/2014/main" id="{B82F43D0-4931-4046-A085-D41679E99961}"/>
              </a:ext>
            </a:extLst>
          </p:cNvPr>
          <p:cNvSpPr>
            <a:spLocks noGrp="1"/>
          </p:cNvSpPr>
          <p:nvPr/>
        </p:nvSpPr>
        <p:spPr>
          <a:xfrm>
            <a:off x="7981950" y="1724025"/>
            <a:ext cx="142875" cy="428625"/>
          </a:xfrm>
          <a:prstGeom prst="rect">
            <a:avLst/>
          </a:prstGeom>
          <a:solidFill>
            <a:srgbClr val="427568"/>
          </a:solidFill>
          <a:ln w="0">
            <a:noFill/>
            <a:prstDash val="solid"/>
          </a:ln>
        </p:spPr>
      </p:sp>
      <p:sp>
        <p:nvSpPr>
          <p:cNvPr id="24" name="value-bin-5">
            <a:extLst>
              <a:ext uri="{FF2B5EF4-FFF2-40B4-BE49-F238E27FC236}">
                <a16:creationId xmlns:a16="http://schemas.microsoft.com/office/drawing/2014/main" id="{A4555951-4601-4449-A119-7B3A1F07CDC5}"/>
              </a:ext>
            </a:extLst>
          </p:cNvPr>
          <p:cNvSpPr>
            <a:spLocks noGrp="1"/>
          </p:cNvSpPr>
          <p:nvPr/>
        </p:nvSpPr>
        <p:spPr>
          <a:xfrm>
            <a:off x="8201025" y="1876425"/>
            <a:ext cx="142875" cy="276225"/>
          </a:xfrm>
          <a:prstGeom prst="rect">
            <a:avLst/>
          </a:prstGeom>
          <a:solidFill>
            <a:srgbClr val="427568"/>
          </a:solidFill>
          <a:ln w="0">
            <a:noFill/>
            <a:prstDash val="solid"/>
          </a:ln>
        </p:spPr>
      </p:sp>
      <p:sp>
        <p:nvSpPr>
          <p:cNvPr id="25" name="value-bin-6">
            <a:extLst>
              <a:ext uri="{FF2B5EF4-FFF2-40B4-BE49-F238E27FC236}">
                <a16:creationId xmlns:a16="http://schemas.microsoft.com/office/drawing/2014/main" id="{46784B19-F7C4-42E9-A9FD-976B286B2552}"/>
              </a:ext>
            </a:extLst>
          </p:cNvPr>
          <p:cNvSpPr>
            <a:spLocks noGrp="1"/>
          </p:cNvSpPr>
          <p:nvPr/>
        </p:nvSpPr>
        <p:spPr>
          <a:xfrm>
            <a:off x="8420100" y="2019300"/>
            <a:ext cx="142875" cy="133350"/>
          </a:xfrm>
          <a:prstGeom prst="rect">
            <a:avLst/>
          </a:prstGeom>
          <a:solidFill>
            <a:srgbClr val="427568"/>
          </a:solidFill>
          <a:ln w="0">
            <a:noFill/>
            <a:prstDash val="solid"/>
          </a:ln>
        </p:spPr>
      </p:sp>
      <p:cxnSp>
        <p:nvCxnSpPr>
          <p:cNvPr id="26" name="value-to-advantage">
            <a:extLst>
              <a:ext uri="{FF2B5EF4-FFF2-40B4-BE49-F238E27FC236}">
                <a16:creationId xmlns:a16="http://schemas.microsoft.com/office/drawing/2014/main" id="{885AD8B1-D9D7-4312-8129-9E1BCF554D39}"/>
              </a:ext>
            </a:extLst>
          </p:cNvPr>
          <p:cNvCxnSpPr/>
          <p:nvPr/>
        </p:nvCxnSpPr>
        <p:spPr>
          <a:xfrm flipH="0" flipV="0">
            <a:off x="8953500" y="1809750"/>
            <a:ext cx="2190750" cy="0"/>
          </a:xfrm>
          <a:prstGeom prst="straightConnector1">
            <a:avLst/>
          </a:prstGeom>
          <a:ln w="20955">
            <a:solidFill>
              <a:srgbClr val="64686C"/>
            </a:solidFill>
            <a:prstDash val="solid"/>
            <a:tailEnd type="triangle" w="med" len="med"/>
          </a:ln>
        </p:spPr>
      </p:cxnSp>
      <p:sp>
        <p:nvSpPr>
          <p:cNvPr id="27" name="advantage-label">
            <a:extLst>
              <a:ext uri="{FF2B5EF4-FFF2-40B4-BE49-F238E27FC236}">
                <a16:creationId xmlns:a16="http://schemas.microsoft.com/office/drawing/2014/main" id="{5C5C9DFC-4E53-4560-91C9-05F79E51A1B3}"/>
              </a:ext>
            </a:extLst>
          </p:cNvPr>
          <p:cNvSpPr>
            <a:spLocks noGrp="1"/>
          </p:cNvSpPr>
          <p:nvPr/>
        </p:nvSpPr>
        <p:spPr>
          <a:xfrm>
            <a:off x="9096375" y="1333500"/>
            <a:ext cx="1809750" cy="342900"/>
          </a:xfrm>
          <a:prstGeom prst="rect">
            <a:avLst/>
          </a:prstGeom>
          <a:noFill/>
          <a:ln w="0">
            <a:noFill/>
          </a:ln>
        </p:spPr>
        <p:txBody>
          <a:bodyPr wrap="none" lIns="0" tIns="0" rIns="0" bIns="0" anchor="ctr">
            <a:noAutofit/>
          </a:bodyPr>
          <a:lstStyle>
            <a:defPPr algn="ctr">
              <a:defRPr sz="2025" b="0">
                <a:solidFill>
                  <a:srgbClr val="64686C"/>
                </a:solidFill>
                <a:latin typeface="Noto Sans CJK SC"/>
                <a:ea typeface="Noto Sans CJK SC"/>
                <a:cs typeface="Noto Sans CJK SC"/>
              </a:defRPr>
            </a:defPPr>
            <a:lvl1pPr algn="ctr">
              <a:defRPr sz="2025" b="0">
                <a:solidFill>
                  <a:srgbClr val="64686C"/>
                </a:solidFill>
                <a:latin typeface="Noto Sans CJK SC"/>
                <a:ea typeface="Noto Sans CJK SC"/>
                <a:cs typeface="Noto Sans CJK SC"/>
              </a:defRPr>
            </a:lvl1pPr>
            <a:lvl2pPr algn="ctr">
              <a:defRPr sz="2025" b="0">
                <a:solidFill>
                  <a:srgbClr val="64686C"/>
                </a:solidFill>
                <a:latin typeface="Noto Sans CJK SC"/>
                <a:ea typeface="Noto Sans CJK SC"/>
                <a:cs typeface="Noto Sans CJK SC"/>
              </a:defRPr>
            </a:lvl2pPr>
            <a:lvl3pPr algn="ctr">
              <a:defRPr sz="2025" b="0">
                <a:solidFill>
                  <a:srgbClr val="64686C"/>
                </a:solidFill>
                <a:latin typeface="Noto Sans CJK SC"/>
                <a:ea typeface="Noto Sans CJK SC"/>
                <a:cs typeface="Noto Sans CJK SC"/>
              </a:defRPr>
            </a:lvl3pPr>
            <a:lvl4pPr algn="ctr">
              <a:defRPr sz="2025" b="0">
                <a:solidFill>
                  <a:srgbClr val="64686C"/>
                </a:solidFill>
                <a:latin typeface="Noto Sans CJK SC"/>
                <a:ea typeface="Noto Sans CJK SC"/>
                <a:cs typeface="Noto Sans CJK SC"/>
              </a:defRPr>
            </a:lvl4pPr>
            <a:lvl5pPr algn="ctr">
              <a:defRPr sz="2025" b="0">
                <a:solidFill>
                  <a:srgbClr val="64686C"/>
                </a:solidFill>
                <a:latin typeface="Noto Sans CJK SC"/>
                <a:ea typeface="Noto Sans CJK SC"/>
                <a:cs typeface="Noto Sans CJK SC"/>
              </a:defRPr>
            </a:lvl5pPr>
            <a:lvl6pPr algn="ctr">
              <a:defRPr sz="2025" b="0">
                <a:solidFill>
                  <a:srgbClr val="64686C"/>
                </a:solidFill>
                <a:latin typeface="Noto Sans CJK SC"/>
                <a:ea typeface="Noto Sans CJK SC"/>
                <a:cs typeface="Noto Sans CJK SC"/>
              </a:defRPr>
            </a:lvl6pPr>
            <a:lvl7pPr algn="ctr">
              <a:defRPr sz="2025" b="0">
                <a:solidFill>
                  <a:srgbClr val="64686C"/>
                </a:solidFill>
                <a:latin typeface="Noto Sans CJK SC"/>
                <a:ea typeface="Noto Sans CJK SC"/>
                <a:cs typeface="Noto Sans CJK SC"/>
              </a:defRPr>
            </a:lvl7pPr>
            <a:lvl8pPr algn="ctr">
              <a:defRPr sz="2025" b="0">
                <a:solidFill>
                  <a:srgbClr val="64686C"/>
                </a:solidFill>
                <a:latin typeface="Noto Sans CJK SC"/>
                <a:ea typeface="Noto Sans CJK SC"/>
                <a:cs typeface="Noto Sans CJK SC"/>
              </a:defRPr>
            </a:lvl8pPr>
            <a:lvl9pPr algn="ctr">
              <a:defRPr sz="2025" b="0">
                <a:solidFill>
                  <a:srgbClr val="64686C"/>
                </a:solidFill>
                <a:latin typeface="Noto Sans CJK SC"/>
                <a:ea typeface="Noto Sans CJK SC"/>
                <a:cs typeface="Noto Sans CJK SC"/>
              </a:defRPr>
            </a:lvl9pPr>
          </a:lstStyle>
          <a:p>
            <a:pPr algn="ctr">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优势估计</a:t>
            </a:r>
          </a:p>
        </p:txBody>
      </p:sp>
      <p:sp>
        <p:nvSpPr>
          <p:cNvPr id="28" name="quality-labels">
            <a:extLst>
              <a:ext uri="{FF2B5EF4-FFF2-40B4-BE49-F238E27FC236}">
                <a16:creationId xmlns:a16="http://schemas.microsoft.com/office/drawing/2014/main" id="{73BAAA5B-111C-4E91-AD62-14715C3DA213}"/>
              </a:ext>
            </a:extLst>
          </p:cNvPr>
          <p:cNvSpPr>
            <a:spLocks noGrp="1"/>
          </p:cNvSpPr>
          <p:nvPr/>
        </p:nvSpPr>
        <p:spPr>
          <a:xfrm>
            <a:off x="11144250" y="1381125"/>
            <a:ext cx="3619500" cy="857250"/>
          </a:xfrm>
          <a:prstGeom prst="rect">
            <a:avLst/>
          </a:prstGeom>
          <a:solidFill>
            <a:srgbClr val="EEF4F0"/>
          </a:solidFill>
          <a:ln w="17145">
            <a:solidFill>
              <a:srgbClr val="427568"/>
            </a:solidFill>
            <a:prstDash val="solid"/>
          </a:ln>
        </p:spPr>
      </p:sp>
      <p:sp>
        <p:nvSpPr>
          <p:cNvPr id="29" name="quality-labels-text">
            <a:extLst>
              <a:ext uri="{FF2B5EF4-FFF2-40B4-BE49-F238E27FC236}">
                <a16:creationId xmlns:a16="http://schemas.microsoft.com/office/drawing/2014/main" id="{198C9865-8B30-46D2-9BEE-50634CA19B29}"/>
              </a:ext>
            </a:extLst>
          </p:cNvPr>
          <p:cNvSpPr>
            <a:spLocks noGrp="1"/>
          </p:cNvSpPr>
          <p:nvPr/>
        </p:nvSpPr>
        <p:spPr>
          <a:xfrm>
            <a:off x="11239500" y="1428750"/>
            <a:ext cx="3429000" cy="762000"/>
          </a:xfrm>
          <a:prstGeom prst="rect">
            <a:avLst/>
          </a:prstGeom>
          <a:noFill/>
          <a:ln w="0">
            <a:noFill/>
          </a:ln>
        </p:spPr>
        <p:txBody>
          <a:bodyPr wrap="none" lIns="0" tIns="0" rIns="0" bIns="0" anchor="ctr">
            <a:noAutofit/>
          </a:bodyPr>
          <a:lstStyle>
            <a:defPPr algn="ctr">
              <a:defRPr sz="2550" b="0">
                <a:solidFill>
                  <a:srgbClr val="222222"/>
                </a:solidFill>
                <a:latin typeface="Noto Sans CJK SC"/>
                <a:ea typeface="Noto Sans CJK SC"/>
                <a:cs typeface="Noto Sans CJK SC"/>
              </a:defRPr>
            </a:defPPr>
            <a:lvl1pPr algn="ctr">
              <a:defRPr sz="2550" b="0">
                <a:solidFill>
                  <a:srgbClr val="222222"/>
                </a:solidFill>
                <a:latin typeface="Noto Sans CJK SC"/>
                <a:ea typeface="Noto Sans CJK SC"/>
                <a:cs typeface="Noto Sans CJK SC"/>
              </a:defRPr>
            </a:lvl1pPr>
            <a:lvl2pPr algn="ctr">
              <a:defRPr sz="2550" b="0">
                <a:solidFill>
                  <a:srgbClr val="222222"/>
                </a:solidFill>
                <a:latin typeface="Noto Sans CJK SC"/>
                <a:ea typeface="Noto Sans CJK SC"/>
                <a:cs typeface="Noto Sans CJK SC"/>
              </a:defRPr>
            </a:lvl2pPr>
            <a:lvl3pPr algn="ctr">
              <a:defRPr sz="2550" b="0">
                <a:solidFill>
                  <a:srgbClr val="222222"/>
                </a:solidFill>
                <a:latin typeface="Noto Sans CJK SC"/>
                <a:ea typeface="Noto Sans CJK SC"/>
                <a:cs typeface="Noto Sans CJK SC"/>
              </a:defRPr>
            </a:lvl3pPr>
            <a:lvl4pPr algn="ctr">
              <a:defRPr sz="2550" b="0">
                <a:solidFill>
                  <a:srgbClr val="222222"/>
                </a:solidFill>
                <a:latin typeface="Noto Sans CJK SC"/>
                <a:ea typeface="Noto Sans CJK SC"/>
                <a:cs typeface="Noto Sans CJK SC"/>
              </a:defRPr>
            </a:lvl4pPr>
            <a:lvl5pPr algn="ctr">
              <a:defRPr sz="2550" b="0">
                <a:solidFill>
                  <a:srgbClr val="222222"/>
                </a:solidFill>
                <a:latin typeface="Noto Sans CJK SC"/>
                <a:ea typeface="Noto Sans CJK SC"/>
                <a:cs typeface="Noto Sans CJK SC"/>
              </a:defRPr>
            </a:lvl5pPr>
            <a:lvl6pPr algn="ctr">
              <a:defRPr sz="2550" b="0">
                <a:solidFill>
                  <a:srgbClr val="222222"/>
                </a:solidFill>
                <a:latin typeface="Noto Sans CJK SC"/>
                <a:ea typeface="Noto Sans CJK SC"/>
                <a:cs typeface="Noto Sans CJK SC"/>
              </a:defRPr>
            </a:lvl6pPr>
            <a:lvl7pPr algn="ctr">
              <a:defRPr sz="2550" b="0">
                <a:solidFill>
                  <a:srgbClr val="222222"/>
                </a:solidFill>
                <a:latin typeface="Noto Sans CJK SC"/>
                <a:ea typeface="Noto Sans CJK SC"/>
                <a:cs typeface="Noto Sans CJK SC"/>
              </a:defRPr>
            </a:lvl7pPr>
            <a:lvl8pPr algn="ctr">
              <a:defRPr sz="2550" b="0">
                <a:solidFill>
                  <a:srgbClr val="222222"/>
                </a:solidFill>
                <a:latin typeface="Noto Sans CJK SC"/>
                <a:ea typeface="Noto Sans CJK SC"/>
                <a:cs typeface="Noto Sans CJK SC"/>
              </a:defRPr>
            </a:lvl8pPr>
            <a:lvl9pPr algn="ctr">
              <a:defRPr sz="2550" b="0">
                <a:solidFill>
                  <a:srgbClr val="222222"/>
                </a:solidFill>
                <a:latin typeface="Noto Sans CJK SC"/>
                <a:ea typeface="Noto Sans CJK SC"/>
                <a:cs typeface="Noto Sans CJK SC"/>
              </a:defRPr>
            </a:lvl9pPr>
          </a:lstStyle>
          <a:p>
            <a:pPr algn="ctr">
              <a:defRPr sz="2550" b="0">
                <a:solidFill>
                  <a:srgbClr val="222222"/>
                </a:solidFill>
                <a:latin typeface="Noto Sans CJK SC"/>
                <a:ea typeface="Noto Sans CJK SC"/>
                <a:cs typeface="Noto Sans CJK SC"/>
              </a:defRPr>
            </a:pPr>
            <a:r>
              <a:rPr sz="2550" b="0">
                <a:solidFill>
                  <a:srgbClr val="222222"/>
                </a:solidFill>
                <a:latin typeface="Noto Sans CJK SC"/>
                <a:ea typeface="Noto Sans CJK SC"/>
                <a:cs typeface="Noto Sans CJK SC"/>
              </a:rPr>
              <a:t>高层 Iᴴ     动作 Iᴬ</a:t>
            </a:r>
          </a:p>
        </p:txBody>
      </p:sp>
      <p:sp>
        <p:nvSpPr>
          <p:cNvPr id="30" name="two-timescales">
            <a:extLst>
              <a:ext uri="{FF2B5EF4-FFF2-40B4-BE49-F238E27FC236}">
                <a16:creationId xmlns:a16="http://schemas.microsoft.com/office/drawing/2014/main" id="{1D0B1BB5-5C2D-44B5-8393-40AA8BE2C2D2}"/>
              </a:ext>
            </a:extLst>
          </p:cNvPr>
          <p:cNvSpPr>
            <a:spLocks noGrp="1"/>
          </p:cNvSpPr>
          <p:nvPr/>
        </p:nvSpPr>
        <p:spPr>
          <a:xfrm>
            <a:off x="11144250" y="2362200"/>
            <a:ext cx="3619500" cy="381000"/>
          </a:xfrm>
          <a:prstGeom prst="rect">
            <a:avLst/>
          </a:prstGeom>
          <a:noFill/>
          <a:ln w="0">
            <a:noFill/>
          </a:ln>
        </p:spPr>
        <p:txBody>
          <a:bodyPr wrap="none" lIns="0" tIns="0" rIns="0" bIns="0" anchor="ctr">
            <a:noAutofit/>
          </a:bodyPr>
          <a:lstStyle>
            <a:defPPr algn="ctr">
              <a:defRPr sz="2100" b="0">
                <a:solidFill>
                  <a:srgbClr val="64686C"/>
                </a:solidFill>
                <a:latin typeface="Noto Sans CJK SC"/>
                <a:ea typeface="Noto Sans CJK SC"/>
                <a:cs typeface="Noto Sans CJK SC"/>
              </a:defRPr>
            </a:defPPr>
            <a:lvl1pPr algn="ctr">
              <a:defRPr sz="2100" b="0">
                <a:solidFill>
                  <a:srgbClr val="64686C"/>
                </a:solidFill>
                <a:latin typeface="Noto Sans CJK SC"/>
                <a:ea typeface="Noto Sans CJK SC"/>
                <a:cs typeface="Noto Sans CJK SC"/>
              </a:defRPr>
            </a:lvl1pPr>
            <a:lvl2pPr algn="ctr">
              <a:defRPr sz="2100" b="0">
                <a:solidFill>
                  <a:srgbClr val="64686C"/>
                </a:solidFill>
                <a:latin typeface="Noto Sans CJK SC"/>
                <a:ea typeface="Noto Sans CJK SC"/>
                <a:cs typeface="Noto Sans CJK SC"/>
              </a:defRPr>
            </a:lvl2pPr>
            <a:lvl3pPr algn="ctr">
              <a:defRPr sz="2100" b="0">
                <a:solidFill>
                  <a:srgbClr val="64686C"/>
                </a:solidFill>
                <a:latin typeface="Noto Sans CJK SC"/>
                <a:ea typeface="Noto Sans CJK SC"/>
                <a:cs typeface="Noto Sans CJK SC"/>
              </a:defRPr>
            </a:lvl3pPr>
            <a:lvl4pPr algn="ctr">
              <a:defRPr sz="2100" b="0">
                <a:solidFill>
                  <a:srgbClr val="64686C"/>
                </a:solidFill>
                <a:latin typeface="Noto Sans CJK SC"/>
                <a:ea typeface="Noto Sans CJK SC"/>
                <a:cs typeface="Noto Sans CJK SC"/>
              </a:defRPr>
            </a:lvl4pPr>
            <a:lvl5pPr algn="ctr">
              <a:defRPr sz="2100" b="0">
                <a:solidFill>
                  <a:srgbClr val="64686C"/>
                </a:solidFill>
                <a:latin typeface="Noto Sans CJK SC"/>
                <a:ea typeface="Noto Sans CJK SC"/>
                <a:cs typeface="Noto Sans CJK SC"/>
              </a:defRPr>
            </a:lvl5pPr>
            <a:lvl6pPr algn="ctr">
              <a:defRPr sz="2100" b="0">
                <a:solidFill>
                  <a:srgbClr val="64686C"/>
                </a:solidFill>
                <a:latin typeface="Noto Sans CJK SC"/>
                <a:ea typeface="Noto Sans CJK SC"/>
                <a:cs typeface="Noto Sans CJK SC"/>
              </a:defRPr>
            </a:lvl6pPr>
            <a:lvl7pPr algn="ctr">
              <a:defRPr sz="2100" b="0">
                <a:solidFill>
                  <a:srgbClr val="64686C"/>
                </a:solidFill>
                <a:latin typeface="Noto Sans CJK SC"/>
                <a:ea typeface="Noto Sans CJK SC"/>
                <a:cs typeface="Noto Sans CJK SC"/>
              </a:defRPr>
            </a:lvl7pPr>
            <a:lvl8pPr algn="ctr">
              <a:defRPr sz="2100" b="0">
                <a:solidFill>
                  <a:srgbClr val="64686C"/>
                </a:solidFill>
                <a:latin typeface="Noto Sans CJK SC"/>
                <a:ea typeface="Noto Sans CJK SC"/>
                <a:cs typeface="Noto Sans CJK SC"/>
              </a:defRPr>
            </a:lvl8pPr>
            <a:lvl9pPr algn="ctr">
              <a:defRPr sz="2100" b="0">
                <a:solidFill>
                  <a:srgbClr val="64686C"/>
                </a:solidFill>
                <a:latin typeface="Noto Sans CJK SC"/>
                <a:ea typeface="Noto Sans CJK SC"/>
                <a:cs typeface="Noto Sans CJK SC"/>
              </a:defRPr>
            </a:lvl9pPr>
          </a:lstStyle>
          <a:p>
            <a:pPr algn="ctr">
              <a:defRPr sz="2100" b="0">
                <a:solidFill>
                  <a:srgbClr val="64686C"/>
                </a:solidFill>
                <a:latin typeface="Noto Sans CJK SC"/>
                <a:ea typeface="Noto Sans CJK SC"/>
                <a:cs typeface="Noto Sans CJK SC"/>
              </a:defRPr>
            </a:pPr>
            <a:r>
              <a:rPr sz="2100" b="0">
                <a:solidFill>
                  <a:srgbClr val="64686C"/>
                </a:solidFill>
                <a:latin typeface="Noto Sans CJK SC"/>
                <a:ea typeface="Noto Sans CJK SC"/>
                <a:cs typeface="Noto Sans CJK SC"/>
              </a:rPr>
              <a:t>按各自执行边界计算</a:t>
            </a:r>
          </a:p>
        </p:txBody>
      </p:sp>
      <p:sp>
        <p:nvSpPr>
          <p:cNvPr id="31" name="value-loss">
            <a:extLst>
              <a:ext uri="{FF2B5EF4-FFF2-40B4-BE49-F238E27FC236}">
                <a16:creationId xmlns:a16="http://schemas.microsoft.com/office/drawing/2014/main" id="{D2B44B2A-B85C-4E06-B90C-886A27434AB8}"/>
              </a:ext>
            </a:extLst>
          </p:cNvPr>
          <p:cNvSpPr>
            <a:spLocks noGrp="1"/>
          </p:cNvSpPr>
          <p:nvPr/>
        </p:nvSpPr>
        <p:spPr>
          <a:xfrm>
            <a:off x="5524500" y="2743200"/>
            <a:ext cx="3333750" cy="428625"/>
          </a:xfrm>
          <a:prstGeom prst="rect">
            <a:avLst/>
          </a:prstGeom>
          <a:solidFill>
            <a:srgbClr val="FFFFFF"/>
          </a:solidFill>
          <a:ln w="17145">
            <a:solidFill>
              <a:srgbClr val="427568"/>
            </a:solidFill>
            <a:prstDash val="solid"/>
          </a:ln>
        </p:spPr>
      </p:sp>
      <p:sp>
        <p:nvSpPr>
          <p:cNvPr id="32" name="value-loss-text">
            <a:extLst>
              <a:ext uri="{FF2B5EF4-FFF2-40B4-BE49-F238E27FC236}">
                <a16:creationId xmlns:a16="http://schemas.microsoft.com/office/drawing/2014/main" id="{FE7B5EDA-4417-4A10-9EF9-C45E54B333F2}"/>
              </a:ext>
            </a:extLst>
          </p:cNvPr>
          <p:cNvSpPr>
            <a:spLocks noGrp="1"/>
          </p:cNvSpPr>
          <p:nvPr/>
        </p:nvSpPr>
        <p:spPr>
          <a:xfrm>
            <a:off x="5619750" y="2790825"/>
            <a:ext cx="3143250" cy="333375"/>
          </a:xfrm>
          <a:prstGeom prst="rect">
            <a:avLst/>
          </a:prstGeom>
          <a:noFill/>
          <a:ln w="0">
            <a:noFill/>
          </a:ln>
        </p:spPr>
        <p:txBody>
          <a:bodyPr wrap="none" lIns="0" tIns="0" rIns="0" bIns="0" anchor="ctr">
            <a:noAutofit/>
          </a:bodyPr>
          <a:lstStyle>
            <a:defPPr algn="ctr">
              <a:defRPr sz="2100" b="0">
                <a:solidFill>
                  <a:srgbClr val="222222"/>
                </a:solidFill>
                <a:latin typeface="Noto Sans CJK SC"/>
                <a:ea typeface="Noto Sans CJK SC"/>
                <a:cs typeface="Noto Sans CJK SC"/>
              </a:defRPr>
            </a:defPPr>
            <a:lvl1pPr algn="ctr">
              <a:defRPr sz="2100" b="0">
                <a:solidFill>
                  <a:srgbClr val="222222"/>
                </a:solidFill>
                <a:latin typeface="Noto Sans CJK SC"/>
                <a:ea typeface="Noto Sans CJK SC"/>
                <a:cs typeface="Noto Sans CJK SC"/>
              </a:defRPr>
            </a:lvl1pPr>
            <a:lvl2pPr algn="ctr">
              <a:defRPr sz="2100" b="0">
                <a:solidFill>
                  <a:srgbClr val="222222"/>
                </a:solidFill>
                <a:latin typeface="Noto Sans CJK SC"/>
                <a:ea typeface="Noto Sans CJK SC"/>
                <a:cs typeface="Noto Sans CJK SC"/>
              </a:defRPr>
            </a:lvl2pPr>
            <a:lvl3pPr algn="ctr">
              <a:defRPr sz="2100" b="0">
                <a:solidFill>
                  <a:srgbClr val="222222"/>
                </a:solidFill>
                <a:latin typeface="Noto Sans CJK SC"/>
                <a:ea typeface="Noto Sans CJK SC"/>
                <a:cs typeface="Noto Sans CJK SC"/>
              </a:defRPr>
            </a:lvl3pPr>
            <a:lvl4pPr algn="ctr">
              <a:defRPr sz="2100" b="0">
                <a:solidFill>
                  <a:srgbClr val="222222"/>
                </a:solidFill>
                <a:latin typeface="Noto Sans CJK SC"/>
                <a:ea typeface="Noto Sans CJK SC"/>
                <a:cs typeface="Noto Sans CJK SC"/>
              </a:defRPr>
            </a:lvl4pPr>
            <a:lvl5pPr algn="ctr">
              <a:defRPr sz="2100" b="0">
                <a:solidFill>
                  <a:srgbClr val="222222"/>
                </a:solidFill>
                <a:latin typeface="Noto Sans CJK SC"/>
                <a:ea typeface="Noto Sans CJK SC"/>
                <a:cs typeface="Noto Sans CJK SC"/>
              </a:defRPr>
            </a:lvl5pPr>
            <a:lvl6pPr algn="ctr">
              <a:defRPr sz="2100" b="0">
                <a:solidFill>
                  <a:srgbClr val="222222"/>
                </a:solidFill>
                <a:latin typeface="Noto Sans CJK SC"/>
                <a:ea typeface="Noto Sans CJK SC"/>
                <a:cs typeface="Noto Sans CJK SC"/>
              </a:defRPr>
            </a:lvl6pPr>
            <a:lvl7pPr algn="ctr">
              <a:defRPr sz="2100" b="0">
                <a:solidFill>
                  <a:srgbClr val="222222"/>
                </a:solidFill>
                <a:latin typeface="Noto Sans CJK SC"/>
                <a:ea typeface="Noto Sans CJK SC"/>
                <a:cs typeface="Noto Sans CJK SC"/>
              </a:defRPr>
            </a:lvl7pPr>
            <a:lvl8pPr algn="ctr">
              <a:defRPr sz="2100" b="0">
                <a:solidFill>
                  <a:srgbClr val="222222"/>
                </a:solidFill>
                <a:latin typeface="Noto Sans CJK SC"/>
                <a:ea typeface="Noto Sans CJK SC"/>
                <a:cs typeface="Noto Sans CJK SC"/>
              </a:defRPr>
            </a:lvl8pPr>
            <a:lvl9pPr algn="ctr">
              <a:defRPr sz="2100" b="0">
                <a:solidFill>
                  <a:srgbClr val="222222"/>
                </a:solidFill>
                <a:latin typeface="Noto Sans CJK SC"/>
                <a:ea typeface="Noto Sans CJK SC"/>
                <a:cs typeface="Noto Sans CJK SC"/>
              </a:defRPr>
            </a:lvl9pPr>
          </a:lstStyle>
          <a:p>
            <a:pPr algn="ctr">
              <a:defRPr sz="2100" b="0">
                <a:solidFill>
                  <a:srgbClr val="222222"/>
                </a:solidFill>
                <a:latin typeface="Noto Sans CJK SC"/>
                <a:ea typeface="Noto Sans CJK SC"/>
                <a:cs typeface="Noto Sans CJK SC"/>
              </a:defRPr>
            </a:pPr>
            <a:r>
              <a:rPr sz="2100" b="0">
                <a:solidFill>
                  <a:srgbClr val="222222"/>
                </a:solidFill>
                <a:latin typeface="Noto Sans CJK SC"/>
                <a:ea typeface="Noto Sans CJK SC"/>
                <a:cs typeface="Noto Sans CJK SC"/>
              </a:rPr>
              <a:t>MC回报分箱 CE</a:t>
            </a:r>
          </a:p>
        </p:txBody>
      </p:sp>
      <p:cxnSp>
        <p:nvCxnSpPr>
          <p:cNvPr id="33" name="mc-source-down">
            <a:extLst>
              <a:ext uri="{FF2B5EF4-FFF2-40B4-BE49-F238E27FC236}">
                <a16:creationId xmlns:a16="http://schemas.microsoft.com/office/drawing/2014/main" id="{F89E05E5-F003-4D7A-BDFA-04ED307A9B67}"/>
              </a:ext>
            </a:extLst>
          </p:cNvPr>
          <p:cNvCxnSpPr/>
          <p:nvPr/>
        </p:nvCxnSpPr>
        <p:spPr>
          <a:xfrm flipH="0" flipV="0">
            <a:off x="3333750" y="1809750"/>
            <a:ext cx="0" cy="1143000"/>
          </a:xfrm>
          <a:prstGeom prst="straightConnector1">
            <a:avLst/>
          </a:prstGeom>
          <a:ln w="20955">
            <a:solidFill>
              <a:srgbClr val="64686C"/>
            </a:solidFill>
            <a:prstDash val="solid"/>
            <a:tailEnd type="none" w="med" len="med"/>
          </a:ln>
        </p:spPr>
      </p:cxnSp>
      <p:cxnSp>
        <p:nvCxnSpPr>
          <p:cNvPr id="34" name="mc-label">
            <a:extLst>
              <a:ext uri="{FF2B5EF4-FFF2-40B4-BE49-F238E27FC236}">
                <a16:creationId xmlns:a16="http://schemas.microsoft.com/office/drawing/2014/main" id="{3B174D4E-469F-42CD-9979-48D8C62C7D9B}"/>
              </a:ext>
            </a:extLst>
          </p:cNvPr>
          <p:cNvCxnSpPr/>
          <p:nvPr/>
        </p:nvCxnSpPr>
        <p:spPr>
          <a:xfrm flipH="0" flipV="0">
            <a:off x="3333750" y="2952750"/>
            <a:ext cx="2190750" cy="0"/>
          </a:xfrm>
          <a:prstGeom prst="straightConnector1">
            <a:avLst/>
          </a:prstGeom>
          <a:ln w="20955">
            <a:solidFill>
              <a:srgbClr val="64686C"/>
            </a:solidFill>
            <a:prstDash val="solid"/>
            <a:tailEnd type="triangle" w="med" len="med"/>
          </a:ln>
        </p:spPr>
      </p:cxnSp>
      <p:sp>
        <p:nvSpPr>
          <p:cNvPr id="35" name="mc-target-caption">
            <a:extLst>
              <a:ext uri="{FF2B5EF4-FFF2-40B4-BE49-F238E27FC236}">
                <a16:creationId xmlns:a16="http://schemas.microsoft.com/office/drawing/2014/main" id="{EFA60301-8291-4E0F-8C7F-8AC285C8EA0F}"/>
              </a:ext>
            </a:extLst>
          </p:cNvPr>
          <p:cNvSpPr>
            <a:spLocks noGrp="1"/>
          </p:cNvSpPr>
          <p:nvPr/>
        </p:nvSpPr>
        <p:spPr>
          <a:xfrm>
            <a:off x="3638550" y="2571750"/>
            <a:ext cx="1714500" cy="323850"/>
          </a:xfrm>
          <a:prstGeom prst="rect">
            <a:avLst/>
          </a:prstGeom>
          <a:noFill/>
          <a:ln w="0">
            <a:noFill/>
          </a:ln>
        </p:spPr>
        <p:txBody>
          <a:bodyPr wrap="none" lIns="0" tIns="0" rIns="0" bIns="0" anchor="ctr">
            <a:noAutofit/>
          </a:bodyPr>
          <a:lstStyle>
            <a:defPPr algn="ctr">
              <a:defRPr sz="1950" b="0">
                <a:solidFill>
                  <a:srgbClr val="64686C"/>
                </a:solidFill>
                <a:latin typeface="Noto Sans CJK SC"/>
                <a:ea typeface="Noto Sans CJK SC"/>
                <a:cs typeface="Noto Sans CJK SC"/>
              </a:defRPr>
            </a:defPPr>
            <a:lvl1pPr algn="ctr">
              <a:defRPr sz="1950" b="0">
                <a:solidFill>
                  <a:srgbClr val="64686C"/>
                </a:solidFill>
                <a:latin typeface="Noto Sans CJK SC"/>
                <a:ea typeface="Noto Sans CJK SC"/>
                <a:cs typeface="Noto Sans CJK SC"/>
              </a:defRPr>
            </a:lvl1pPr>
            <a:lvl2pPr algn="ctr">
              <a:defRPr sz="1950" b="0">
                <a:solidFill>
                  <a:srgbClr val="64686C"/>
                </a:solidFill>
                <a:latin typeface="Noto Sans CJK SC"/>
                <a:ea typeface="Noto Sans CJK SC"/>
                <a:cs typeface="Noto Sans CJK SC"/>
              </a:defRPr>
            </a:lvl2pPr>
            <a:lvl3pPr algn="ctr">
              <a:defRPr sz="1950" b="0">
                <a:solidFill>
                  <a:srgbClr val="64686C"/>
                </a:solidFill>
                <a:latin typeface="Noto Sans CJK SC"/>
                <a:ea typeface="Noto Sans CJK SC"/>
                <a:cs typeface="Noto Sans CJK SC"/>
              </a:defRPr>
            </a:lvl3pPr>
            <a:lvl4pPr algn="ctr">
              <a:defRPr sz="1950" b="0">
                <a:solidFill>
                  <a:srgbClr val="64686C"/>
                </a:solidFill>
                <a:latin typeface="Noto Sans CJK SC"/>
                <a:ea typeface="Noto Sans CJK SC"/>
                <a:cs typeface="Noto Sans CJK SC"/>
              </a:defRPr>
            </a:lvl4pPr>
            <a:lvl5pPr algn="ctr">
              <a:defRPr sz="1950" b="0">
                <a:solidFill>
                  <a:srgbClr val="64686C"/>
                </a:solidFill>
                <a:latin typeface="Noto Sans CJK SC"/>
                <a:ea typeface="Noto Sans CJK SC"/>
                <a:cs typeface="Noto Sans CJK SC"/>
              </a:defRPr>
            </a:lvl5pPr>
            <a:lvl6pPr algn="ctr">
              <a:defRPr sz="1950" b="0">
                <a:solidFill>
                  <a:srgbClr val="64686C"/>
                </a:solidFill>
                <a:latin typeface="Noto Sans CJK SC"/>
                <a:ea typeface="Noto Sans CJK SC"/>
                <a:cs typeface="Noto Sans CJK SC"/>
              </a:defRPr>
            </a:lvl6pPr>
            <a:lvl7pPr algn="ctr">
              <a:defRPr sz="1950" b="0">
                <a:solidFill>
                  <a:srgbClr val="64686C"/>
                </a:solidFill>
                <a:latin typeface="Noto Sans CJK SC"/>
                <a:ea typeface="Noto Sans CJK SC"/>
                <a:cs typeface="Noto Sans CJK SC"/>
              </a:defRPr>
            </a:lvl7pPr>
            <a:lvl8pPr algn="ctr">
              <a:defRPr sz="1950" b="0">
                <a:solidFill>
                  <a:srgbClr val="64686C"/>
                </a:solidFill>
                <a:latin typeface="Noto Sans CJK SC"/>
                <a:ea typeface="Noto Sans CJK SC"/>
                <a:cs typeface="Noto Sans CJK SC"/>
              </a:defRPr>
            </a:lvl8pPr>
            <a:lvl9pPr algn="ctr">
              <a:defRPr sz="1950" b="0">
                <a:solidFill>
                  <a:srgbClr val="64686C"/>
                </a:solidFill>
                <a:latin typeface="Noto Sans CJK SC"/>
                <a:ea typeface="Noto Sans CJK SC"/>
                <a:cs typeface="Noto Sans CJK SC"/>
              </a:defRPr>
            </a:lvl9pPr>
          </a:lstStyle>
          <a:p>
            <a:pPr algn="ctr">
              <a:defRPr sz="1950" b="0">
                <a:solidFill>
                  <a:srgbClr val="64686C"/>
                </a:solidFill>
                <a:latin typeface="Noto Sans CJK SC"/>
                <a:ea typeface="Noto Sans CJK SC"/>
                <a:cs typeface="Noto Sans CJK SC"/>
              </a:defRPr>
            </a:pPr>
            <a:r>
              <a:rPr sz="1950" b="0">
                <a:solidFill>
                  <a:srgbClr val="64686C"/>
                </a:solidFill>
                <a:latin typeface="Noto Sans CJK SC"/>
                <a:ea typeface="Noto Sans CJK SC"/>
                <a:cs typeface="Noto Sans CJK SC"/>
              </a:rPr>
              <a:t>实测回报</a:t>
            </a:r>
          </a:p>
        </p:txBody>
      </p:sp>
      <p:cxnSp>
        <p:nvCxnSpPr>
          <p:cNvPr id="36" name="value-prediction">
            <a:extLst>
              <a:ext uri="{FF2B5EF4-FFF2-40B4-BE49-F238E27FC236}">
                <a16:creationId xmlns:a16="http://schemas.microsoft.com/office/drawing/2014/main" id="{26DCB403-A9AB-4179-A492-04B56B798E5C}"/>
              </a:ext>
            </a:extLst>
          </p:cNvPr>
          <p:cNvCxnSpPr/>
          <p:nvPr/>
        </p:nvCxnSpPr>
        <p:spPr>
          <a:xfrm flipH="0" flipV="0">
            <a:off x="6696075" y="2286000"/>
            <a:ext cx="0" cy="457200"/>
          </a:xfrm>
          <a:prstGeom prst="straightConnector1">
            <a:avLst/>
          </a:prstGeom>
          <a:ln w="20955">
            <a:solidFill>
              <a:srgbClr val="64686C"/>
            </a:solidFill>
            <a:prstDash val="solid"/>
            <a:tailEnd type="triangle" w="med" len="med"/>
          </a:ln>
        </p:spPr>
      </p:cxnSp>
      <p:cxnSp>
        <p:nvCxnSpPr>
          <p:cNvPr id="37" name="value-gradient">
            <a:extLst>
              <a:ext uri="{FF2B5EF4-FFF2-40B4-BE49-F238E27FC236}">
                <a16:creationId xmlns:a16="http://schemas.microsoft.com/office/drawing/2014/main" id="{7ADC8ED7-4A9C-458F-BC53-E0A5E1B54A7B}"/>
              </a:ext>
            </a:extLst>
          </p:cNvPr>
          <p:cNvCxnSpPr/>
          <p:nvPr/>
        </p:nvCxnSpPr>
        <p:spPr>
          <a:xfrm flipH="0" flipV="1">
            <a:off x="7839075" y="2286000"/>
            <a:ext cx="0" cy="457200"/>
          </a:xfrm>
          <a:prstGeom prst="straightConnector1">
            <a:avLst/>
          </a:prstGeom>
          <a:ln w="20955">
            <a:solidFill>
              <a:srgbClr val="B3595E"/>
            </a:solidFill>
            <a:prstDash val="dash"/>
            <a:tailEnd type="triangle" w="med" len="med"/>
          </a:ln>
        </p:spPr>
      </p:cxnSp>
      <p:sp>
        <p:nvSpPr>
          <p:cNvPr id="38" name="critic-isolation">
            <a:extLst>
              <a:ext uri="{FF2B5EF4-FFF2-40B4-BE49-F238E27FC236}">
                <a16:creationId xmlns:a16="http://schemas.microsoft.com/office/drawing/2014/main" id="{00E2C9F5-E30A-4765-99AD-1E7E37FED7CA}"/>
              </a:ext>
            </a:extLst>
          </p:cNvPr>
          <p:cNvSpPr>
            <a:spLocks noGrp="1"/>
          </p:cNvSpPr>
          <p:nvPr/>
        </p:nvSpPr>
        <p:spPr>
          <a:xfrm>
            <a:off x="9286875" y="2828925"/>
            <a:ext cx="5476875" cy="352425"/>
          </a:xfrm>
          <a:prstGeom prst="rect">
            <a:avLst/>
          </a:prstGeom>
          <a:noFill/>
          <a:ln w="0">
            <a:noFill/>
          </a:ln>
        </p:spPr>
        <p:txBody>
          <a:bodyPr wrap="none" lIns="0" tIns="0" rIns="0" bIns="0" anchor="ctr">
            <a:noAutofit/>
          </a:bodyPr>
          <a:lstStyle>
            <a:defPPr algn="ctr">
              <a:defRPr sz="1875" b="0">
                <a:solidFill>
                  <a:srgbClr val="64686C"/>
                </a:solidFill>
                <a:latin typeface="Noto Sans CJK SC"/>
                <a:ea typeface="Noto Sans CJK SC"/>
                <a:cs typeface="Noto Sans CJK SC"/>
              </a:defRPr>
            </a:defPPr>
            <a:lvl1pPr algn="ctr">
              <a:defRPr sz="1875" b="0">
                <a:solidFill>
                  <a:srgbClr val="64686C"/>
                </a:solidFill>
                <a:latin typeface="Noto Sans CJK SC"/>
                <a:ea typeface="Noto Sans CJK SC"/>
                <a:cs typeface="Noto Sans CJK SC"/>
              </a:defRPr>
            </a:lvl1pPr>
            <a:lvl2pPr algn="ctr">
              <a:defRPr sz="1875" b="0">
                <a:solidFill>
                  <a:srgbClr val="64686C"/>
                </a:solidFill>
                <a:latin typeface="Noto Sans CJK SC"/>
                <a:ea typeface="Noto Sans CJK SC"/>
                <a:cs typeface="Noto Sans CJK SC"/>
              </a:defRPr>
            </a:lvl2pPr>
            <a:lvl3pPr algn="ctr">
              <a:defRPr sz="1875" b="0">
                <a:solidFill>
                  <a:srgbClr val="64686C"/>
                </a:solidFill>
                <a:latin typeface="Noto Sans CJK SC"/>
                <a:ea typeface="Noto Sans CJK SC"/>
                <a:cs typeface="Noto Sans CJK SC"/>
              </a:defRPr>
            </a:lvl3pPr>
            <a:lvl4pPr algn="ctr">
              <a:defRPr sz="1875" b="0">
                <a:solidFill>
                  <a:srgbClr val="64686C"/>
                </a:solidFill>
                <a:latin typeface="Noto Sans CJK SC"/>
                <a:ea typeface="Noto Sans CJK SC"/>
                <a:cs typeface="Noto Sans CJK SC"/>
              </a:defRPr>
            </a:lvl4pPr>
            <a:lvl5pPr algn="ctr">
              <a:defRPr sz="1875" b="0">
                <a:solidFill>
                  <a:srgbClr val="64686C"/>
                </a:solidFill>
                <a:latin typeface="Noto Sans CJK SC"/>
                <a:ea typeface="Noto Sans CJK SC"/>
                <a:cs typeface="Noto Sans CJK SC"/>
              </a:defRPr>
            </a:lvl5pPr>
            <a:lvl6pPr algn="ctr">
              <a:defRPr sz="1875" b="0">
                <a:solidFill>
                  <a:srgbClr val="64686C"/>
                </a:solidFill>
                <a:latin typeface="Noto Sans CJK SC"/>
                <a:ea typeface="Noto Sans CJK SC"/>
                <a:cs typeface="Noto Sans CJK SC"/>
              </a:defRPr>
            </a:lvl6pPr>
            <a:lvl7pPr algn="ctr">
              <a:defRPr sz="1875" b="0">
                <a:solidFill>
                  <a:srgbClr val="64686C"/>
                </a:solidFill>
                <a:latin typeface="Noto Sans CJK SC"/>
                <a:ea typeface="Noto Sans CJK SC"/>
                <a:cs typeface="Noto Sans CJK SC"/>
              </a:defRPr>
            </a:lvl7pPr>
            <a:lvl8pPr algn="ctr">
              <a:defRPr sz="1875" b="0">
                <a:solidFill>
                  <a:srgbClr val="64686C"/>
                </a:solidFill>
                <a:latin typeface="Noto Sans CJK SC"/>
                <a:ea typeface="Noto Sans CJK SC"/>
                <a:cs typeface="Noto Sans CJK SC"/>
              </a:defRPr>
            </a:lvl8pPr>
            <a:lvl9pPr algn="ctr">
              <a:defRPr sz="1875" b="0">
                <a:solidFill>
                  <a:srgbClr val="64686C"/>
                </a:solidFill>
                <a:latin typeface="Noto Sans CJK SC"/>
                <a:ea typeface="Noto Sans CJK SC"/>
                <a:cs typeface="Noto Sans CJK SC"/>
              </a:defRPr>
            </a:lvl9pPr>
          </a:lstStyle>
          <a:p>
            <a:pPr algn="ctr">
              <a:defRPr sz="1875" b="0">
                <a:solidFill>
                  <a:srgbClr val="64686C"/>
                </a:solidFill>
                <a:latin typeface="Noto Sans CJK SC"/>
                <a:ea typeface="Noto Sans CJK SC"/>
                <a:cs typeface="Noto Sans CJK SC"/>
              </a:defRPr>
            </a:pPr>
            <a:r>
              <a:rPr sz="1875" b="0">
                <a:solidFill>
                  <a:srgbClr val="64686C"/>
                </a:solidFill>
                <a:latin typeface="Noto Sans CJK SC"/>
                <a:ea typeface="Noto Sans CJK SC"/>
                <a:cs typeface="Noto Sans CJK SC"/>
              </a:rPr>
              <a:t>优势只作标签，价值模型独立更新</a:t>
            </a:r>
          </a:p>
        </p:txBody>
      </p:sp>
      <p:cxnSp>
        <p:nvCxnSpPr>
          <p:cNvPr id="39" name="section-divider">
            <a:extLst>
              <a:ext uri="{FF2B5EF4-FFF2-40B4-BE49-F238E27FC236}">
                <a16:creationId xmlns:a16="http://schemas.microsoft.com/office/drawing/2014/main" id="{661CC89B-4C1E-4071-8E86-9A0787344D22}"/>
              </a:ext>
            </a:extLst>
          </p:cNvPr>
          <p:cNvCxnSpPr/>
          <p:nvPr/>
        </p:nvCxnSpPr>
        <p:spPr>
          <a:xfrm flipH="0" flipV="0">
            <a:off x="381000" y="3305175"/>
            <a:ext cx="14382750" cy="0"/>
          </a:xfrm>
          <a:prstGeom prst="straightConnector1">
            <a:avLst/>
          </a:prstGeom>
          <a:ln w="12383">
            <a:solidFill>
              <a:srgbClr val="C6C9CB"/>
            </a:solidFill>
            <a:prstDash val="solid"/>
            <a:tailEnd type="none" w="med" len="med"/>
          </a:ln>
        </p:spPr>
      </p:cxnSp>
      <p:sp>
        <p:nvSpPr>
          <p:cNvPr id="40" name="panel-b">
            <a:extLst>
              <a:ext uri="{FF2B5EF4-FFF2-40B4-BE49-F238E27FC236}">
                <a16:creationId xmlns:a16="http://schemas.microsoft.com/office/drawing/2014/main" id="{94FA5D81-DB5A-4A35-B8E6-22BEC6FA599F}"/>
              </a:ext>
            </a:extLst>
          </p:cNvPr>
          <p:cNvSpPr>
            <a:spLocks noGrp="1"/>
          </p:cNvSpPr>
          <p:nvPr/>
        </p:nvSpPr>
        <p:spPr>
          <a:xfrm>
            <a:off x="381000" y="346710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b</a:t>
            </a:r>
          </a:p>
        </p:txBody>
      </p:sp>
      <p:sp>
        <p:nvSpPr>
          <p:cNvPr id="41" name="title-b">
            <a:extLst>
              <a:ext uri="{FF2B5EF4-FFF2-40B4-BE49-F238E27FC236}">
                <a16:creationId xmlns:a16="http://schemas.microsoft.com/office/drawing/2014/main" id="{9A5182E6-BA9B-4FB4-90FA-309FCA6148FB}"/>
              </a:ext>
            </a:extLst>
          </p:cNvPr>
          <p:cNvSpPr>
            <a:spLocks noGrp="1"/>
          </p:cNvSpPr>
          <p:nvPr/>
        </p:nvSpPr>
        <p:spPr>
          <a:xfrm>
            <a:off x="809625" y="3467100"/>
            <a:ext cx="9572625" cy="457200"/>
          </a:xfrm>
          <a:prstGeom prst="rect">
            <a:avLst/>
          </a:prstGeom>
          <a:noFill/>
          <a:ln w="0">
            <a:noFill/>
          </a:ln>
        </p:spPr>
        <p:txBody>
          <a:bodyPr wrap="none" lIns="0" tIns="0" rIns="0" bIns="0" anchor="ctr">
            <a:noAutofit/>
          </a:bodyPr>
          <a:lstStyle>
            <a:defPPr algn="l">
              <a:defRPr sz="2625" b="1">
                <a:solidFill>
                  <a:srgbClr val="222222"/>
                </a:solidFill>
                <a:latin typeface="Noto Sans CJK SC"/>
                <a:ea typeface="Noto Sans CJK SC"/>
                <a:cs typeface="Noto Sans CJK SC"/>
              </a:defRPr>
            </a:defPPr>
            <a:lvl1pPr algn="l">
              <a:defRPr sz="2625" b="1">
                <a:solidFill>
                  <a:srgbClr val="222222"/>
                </a:solidFill>
                <a:latin typeface="Noto Sans CJK SC"/>
                <a:ea typeface="Noto Sans CJK SC"/>
                <a:cs typeface="Noto Sans CJK SC"/>
              </a:defRPr>
            </a:lvl1pPr>
            <a:lvl2pPr algn="l">
              <a:defRPr sz="2625" b="1">
                <a:solidFill>
                  <a:srgbClr val="222222"/>
                </a:solidFill>
                <a:latin typeface="Noto Sans CJK SC"/>
                <a:ea typeface="Noto Sans CJK SC"/>
                <a:cs typeface="Noto Sans CJK SC"/>
              </a:defRPr>
            </a:lvl2pPr>
            <a:lvl3pPr algn="l">
              <a:defRPr sz="2625" b="1">
                <a:solidFill>
                  <a:srgbClr val="222222"/>
                </a:solidFill>
                <a:latin typeface="Noto Sans CJK SC"/>
                <a:ea typeface="Noto Sans CJK SC"/>
                <a:cs typeface="Noto Sans CJK SC"/>
              </a:defRPr>
            </a:lvl3pPr>
            <a:lvl4pPr algn="l">
              <a:defRPr sz="2625" b="1">
                <a:solidFill>
                  <a:srgbClr val="222222"/>
                </a:solidFill>
                <a:latin typeface="Noto Sans CJK SC"/>
                <a:ea typeface="Noto Sans CJK SC"/>
                <a:cs typeface="Noto Sans CJK SC"/>
              </a:defRPr>
            </a:lvl4pPr>
            <a:lvl5pPr algn="l">
              <a:defRPr sz="2625" b="1">
                <a:solidFill>
                  <a:srgbClr val="222222"/>
                </a:solidFill>
                <a:latin typeface="Noto Sans CJK SC"/>
                <a:ea typeface="Noto Sans CJK SC"/>
                <a:cs typeface="Noto Sans CJK SC"/>
              </a:defRPr>
            </a:lvl5pPr>
            <a:lvl6pPr algn="l">
              <a:defRPr sz="2625" b="1">
                <a:solidFill>
                  <a:srgbClr val="222222"/>
                </a:solidFill>
                <a:latin typeface="Noto Sans CJK SC"/>
                <a:ea typeface="Noto Sans CJK SC"/>
                <a:cs typeface="Noto Sans CJK SC"/>
              </a:defRPr>
            </a:lvl6pPr>
            <a:lvl7pPr algn="l">
              <a:defRPr sz="2625" b="1">
                <a:solidFill>
                  <a:srgbClr val="222222"/>
                </a:solidFill>
                <a:latin typeface="Noto Sans CJK SC"/>
                <a:ea typeface="Noto Sans CJK SC"/>
                <a:cs typeface="Noto Sans CJK SC"/>
              </a:defRPr>
            </a:lvl7pPr>
            <a:lvl8pPr algn="l">
              <a:defRPr sz="2625" b="1">
                <a:solidFill>
                  <a:srgbClr val="222222"/>
                </a:solidFill>
                <a:latin typeface="Noto Sans CJK SC"/>
                <a:ea typeface="Noto Sans CJK SC"/>
                <a:cs typeface="Noto Sans CJK SC"/>
              </a:defRPr>
            </a:lvl8pPr>
            <a:lvl9pPr algn="l">
              <a:defRPr sz="2625" b="1">
                <a:solidFill>
                  <a:srgbClr val="222222"/>
                </a:solidFill>
                <a:latin typeface="Noto Sans CJK SC"/>
                <a:ea typeface="Noto Sans CJK SC"/>
                <a:cs typeface="Noto Sans CJK SC"/>
              </a:defRPr>
            </a:lvl9pPr>
          </a:lstStyle>
          <a:p>
            <a:pPr algn="l">
              <a:defRPr sz="2625" b="1">
                <a:solidFill>
                  <a:srgbClr val="222222"/>
                </a:solidFill>
                <a:latin typeface="Noto Sans CJK SC"/>
                <a:ea typeface="Noto Sans CJK SC"/>
                <a:cs typeface="Noto Sans CJK SC"/>
              </a:defRPr>
            </a:pPr>
            <a:r>
              <a:rPr sz="2625" b="1">
                <a:solidFill>
                  <a:srgbClr val="222222"/>
                </a:solidFill>
                <a:latin typeface="Noto Sans CJK SC"/>
                <a:ea typeface="Noto Sans CJK SC"/>
                <a:cs typeface="Noto Sans CJK SC"/>
              </a:rPr>
              <a:t>策略前向与分路监督</a:t>
            </a:r>
          </a:p>
        </p:txBody>
      </p:sp>
      <p:sp>
        <p:nvSpPr>
          <p:cNvPr id="42" name="context">
            <a:extLst>
              <a:ext uri="{FF2B5EF4-FFF2-40B4-BE49-F238E27FC236}">
                <a16:creationId xmlns:a16="http://schemas.microsoft.com/office/drawing/2014/main" id="{74EFF719-CE94-4C4C-9C7F-BCF14D3FD58A}"/>
              </a:ext>
            </a:extLst>
          </p:cNvPr>
          <p:cNvSpPr>
            <a:spLocks noGrp="1"/>
          </p:cNvSpPr>
          <p:nvPr/>
        </p:nvSpPr>
        <p:spPr>
          <a:xfrm>
            <a:off x="571500" y="4124325"/>
            <a:ext cx="2095500" cy="552450"/>
          </a:xfrm>
          <a:prstGeom prst="rect">
            <a:avLst/>
          </a:prstGeom>
          <a:solidFill>
            <a:srgbClr val="F4F5F5"/>
          </a:solidFill>
          <a:ln w="17145">
            <a:solidFill>
              <a:srgbClr val="A6AAAD"/>
            </a:solidFill>
            <a:prstDash val="solid"/>
          </a:ln>
        </p:spPr>
      </p:sp>
      <p:sp>
        <p:nvSpPr>
          <p:cNvPr id="43" name="context-text">
            <a:extLst>
              <a:ext uri="{FF2B5EF4-FFF2-40B4-BE49-F238E27FC236}">
                <a16:creationId xmlns:a16="http://schemas.microsoft.com/office/drawing/2014/main" id="{D9D3920A-F6D8-4F27-B74A-68ECDE9D8DD6}"/>
              </a:ext>
            </a:extLst>
          </p:cNvPr>
          <p:cNvSpPr>
            <a:spLocks noGrp="1"/>
          </p:cNvSpPr>
          <p:nvPr/>
        </p:nvSpPr>
        <p:spPr>
          <a:xfrm>
            <a:off x="666750" y="4171950"/>
            <a:ext cx="1905000" cy="45720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观测与指令</a:t>
            </a:r>
          </a:p>
        </p:txBody>
      </p:sp>
      <p:sp>
        <p:nvSpPr>
          <p:cNvPr id="44" name="high-quality">
            <a:extLst>
              <a:ext uri="{FF2B5EF4-FFF2-40B4-BE49-F238E27FC236}">
                <a16:creationId xmlns:a16="http://schemas.microsoft.com/office/drawing/2014/main" id="{11B805C4-DC9D-4001-84A4-2D20F74B9D15}"/>
              </a:ext>
            </a:extLst>
          </p:cNvPr>
          <p:cNvSpPr>
            <a:spLocks noGrp="1"/>
          </p:cNvSpPr>
          <p:nvPr/>
        </p:nvSpPr>
        <p:spPr>
          <a:xfrm>
            <a:off x="2800350" y="4124325"/>
            <a:ext cx="666750" cy="552450"/>
          </a:xfrm>
          <a:prstGeom prst="rect">
            <a:avLst/>
          </a:prstGeom>
          <a:solidFill>
            <a:srgbClr val="EEF4F0"/>
          </a:solidFill>
          <a:ln w="17145">
            <a:solidFill>
              <a:srgbClr val="427568"/>
            </a:solidFill>
            <a:prstDash val="solid"/>
          </a:ln>
        </p:spPr>
      </p:sp>
      <p:sp>
        <p:nvSpPr>
          <p:cNvPr id="45" name="high-quality-text">
            <a:extLst>
              <a:ext uri="{FF2B5EF4-FFF2-40B4-BE49-F238E27FC236}">
                <a16:creationId xmlns:a16="http://schemas.microsoft.com/office/drawing/2014/main" id="{4BB59D6C-74EF-412F-8DE3-49ED4AD52650}"/>
              </a:ext>
            </a:extLst>
          </p:cNvPr>
          <p:cNvSpPr>
            <a:spLocks noGrp="1"/>
          </p:cNvSpPr>
          <p:nvPr/>
        </p:nvSpPr>
        <p:spPr>
          <a:xfrm>
            <a:off x="2895600" y="4171950"/>
            <a:ext cx="476250" cy="457200"/>
          </a:xfrm>
          <a:prstGeom prst="rect">
            <a:avLst/>
          </a:prstGeom>
          <a:noFill/>
          <a:ln w="0">
            <a:noFill/>
          </a:ln>
        </p:spPr>
        <p:txBody>
          <a:bodyPr wrap="none" lIns="0" tIns="0" rIns="0" bIns="0" anchor="ctr">
            <a:noAutofit/>
          </a:bodyPr>
          <a:lstStyle>
            <a:defPPr algn="ctr">
              <a:defRPr sz="2325" b="0">
                <a:solidFill>
                  <a:srgbClr val="222222"/>
                </a:solidFill>
                <a:latin typeface="Noto Sans CJK SC"/>
                <a:ea typeface="Noto Sans CJK SC"/>
                <a:cs typeface="Noto Sans CJK SC"/>
              </a:defRPr>
            </a:defPPr>
            <a:lvl1pPr algn="ctr">
              <a:defRPr sz="2325" b="0">
                <a:solidFill>
                  <a:srgbClr val="222222"/>
                </a:solidFill>
                <a:latin typeface="Noto Sans CJK SC"/>
                <a:ea typeface="Noto Sans CJK SC"/>
                <a:cs typeface="Noto Sans CJK SC"/>
              </a:defRPr>
            </a:lvl1pPr>
            <a:lvl2pPr algn="ctr">
              <a:defRPr sz="2325" b="0">
                <a:solidFill>
                  <a:srgbClr val="222222"/>
                </a:solidFill>
                <a:latin typeface="Noto Sans CJK SC"/>
                <a:ea typeface="Noto Sans CJK SC"/>
                <a:cs typeface="Noto Sans CJK SC"/>
              </a:defRPr>
            </a:lvl2pPr>
            <a:lvl3pPr algn="ctr">
              <a:defRPr sz="2325" b="0">
                <a:solidFill>
                  <a:srgbClr val="222222"/>
                </a:solidFill>
                <a:latin typeface="Noto Sans CJK SC"/>
                <a:ea typeface="Noto Sans CJK SC"/>
                <a:cs typeface="Noto Sans CJK SC"/>
              </a:defRPr>
            </a:lvl3pPr>
            <a:lvl4pPr algn="ctr">
              <a:defRPr sz="2325" b="0">
                <a:solidFill>
                  <a:srgbClr val="222222"/>
                </a:solidFill>
                <a:latin typeface="Noto Sans CJK SC"/>
                <a:ea typeface="Noto Sans CJK SC"/>
                <a:cs typeface="Noto Sans CJK SC"/>
              </a:defRPr>
            </a:lvl4pPr>
            <a:lvl5pPr algn="ctr">
              <a:defRPr sz="2325" b="0">
                <a:solidFill>
                  <a:srgbClr val="222222"/>
                </a:solidFill>
                <a:latin typeface="Noto Sans CJK SC"/>
                <a:ea typeface="Noto Sans CJK SC"/>
                <a:cs typeface="Noto Sans CJK SC"/>
              </a:defRPr>
            </a:lvl5pPr>
            <a:lvl6pPr algn="ctr">
              <a:defRPr sz="2325" b="0">
                <a:solidFill>
                  <a:srgbClr val="222222"/>
                </a:solidFill>
                <a:latin typeface="Noto Sans CJK SC"/>
                <a:ea typeface="Noto Sans CJK SC"/>
                <a:cs typeface="Noto Sans CJK SC"/>
              </a:defRPr>
            </a:lvl6pPr>
            <a:lvl7pPr algn="ctr">
              <a:defRPr sz="2325" b="0">
                <a:solidFill>
                  <a:srgbClr val="222222"/>
                </a:solidFill>
                <a:latin typeface="Noto Sans CJK SC"/>
                <a:ea typeface="Noto Sans CJK SC"/>
                <a:cs typeface="Noto Sans CJK SC"/>
              </a:defRPr>
            </a:lvl7pPr>
            <a:lvl8pPr algn="ctr">
              <a:defRPr sz="2325" b="0">
                <a:solidFill>
                  <a:srgbClr val="222222"/>
                </a:solidFill>
                <a:latin typeface="Noto Sans CJK SC"/>
                <a:ea typeface="Noto Sans CJK SC"/>
                <a:cs typeface="Noto Sans CJK SC"/>
              </a:defRPr>
            </a:lvl8pPr>
            <a:lvl9pPr algn="ctr">
              <a:defRPr sz="2325" b="0">
                <a:solidFill>
                  <a:srgbClr val="222222"/>
                </a:solidFill>
                <a:latin typeface="Noto Sans CJK SC"/>
                <a:ea typeface="Noto Sans CJK SC"/>
                <a:cs typeface="Noto Sans CJK SC"/>
              </a:defRPr>
            </a:lvl9pPr>
          </a:lstStyle>
          <a:p>
            <a:pPr algn="ctr">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Iᴴ</a:t>
            </a:r>
          </a:p>
        </p:txBody>
      </p:sp>
      <p:sp>
        <p:nvSpPr>
          <p:cNvPr id="46" name="read">
            <a:extLst>
              <a:ext uri="{FF2B5EF4-FFF2-40B4-BE49-F238E27FC236}">
                <a16:creationId xmlns:a16="http://schemas.microsoft.com/office/drawing/2014/main" id="{2D26587B-2B44-4DB5-9630-C5134A933497}"/>
              </a:ext>
            </a:extLst>
          </p:cNvPr>
          <p:cNvSpPr>
            <a:spLocks noGrp="1"/>
          </p:cNvSpPr>
          <p:nvPr/>
        </p:nvSpPr>
        <p:spPr>
          <a:xfrm>
            <a:off x="3600450" y="4124325"/>
            <a:ext cx="1143000" cy="552450"/>
          </a:xfrm>
          <a:prstGeom prst="rect">
            <a:avLst/>
          </a:prstGeom>
          <a:solidFill>
            <a:srgbClr val="EAF1F6"/>
          </a:solidFill>
          <a:ln w="17145">
            <a:solidFill>
              <a:srgbClr val="315E80"/>
            </a:solidFill>
            <a:prstDash val="solid"/>
          </a:ln>
        </p:spPr>
      </p:sp>
      <p:sp>
        <p:nvSpPr>
          <p:cNvPr id="47" name="read-text">
            <a:extLst>
              <a:ext uri="{FF2B5EF4-FFF2-40B4-BE49-F238E27FC236}">
                <a16:creationId xmlns:a16="http://schemas.microsoft.com/office/drawing/2014/main" id="{47E85331-ECA0-4228-B536-75E931C2C478}"/>
              </a:ext>
            </a:extLst>
          </p:cNvPr>
          <p:cNvSpPr>
            <a:spLocks noGrp="1"/>
          </p:cNvSpPr>
          <p:nvPr/>
        </p:nvSpPr>
        <p:spPr>
          <a:xfrm>
            <a:off x="3695700" y="4171950"/>
            <a:ext cx="952500" cy="457200"/>
          </a:xfrm>
          <a:prstGeom prst="rect">
            <a:avLst/>
          </a:prstGeom>
          <a:noFill/>
          <a:ln w="0">
            <a:noFill/>
          </a:ln>
        </p:spPr>
        <p:txBody>
          <a:bodyPr wrap="none" lIns="0" tIns="0" rIns="0" bIns="0" anchor="ctr">
            <a:noAutofit/>
          </a:bodyPr>
          <a:lstStyle>
            <a:defPPr algn="ctr">
              <a:defRPr sz="2100" b="0">
                <a:solidFill>
                  <a:srgbClr val="222222"/>
                </a:solidFill>
                <a:latin typeface="Noto Sans CJK SC"/>
                <a:ea typeface="Noto Sans CJK SC"/>
                <a:cs typeface="Noto Sans CJK SC"/>
              </a:defRPr>
            </a:defPPr>
            <a:lvl1pPr algn="ctr">
              <a:defRPr sz="2100" b="0">
                <a:solidFill>
                  <a:srgbClr val="222222"/>
                </a:solidFill>
                <a:latin typeface="Noto Sans CJK SC"/>
                <a:ea typeface="Noto Sans CJK SC"/>
                <a:cs typeface="Noto Sans CJK SC"/>
              </a:defRPr>
            </a:lvl1pPr>
            <a:lvl2pPr algn="ctr">
              <a:defRPr sz="2100" b="0">
                <a:solidFill>
                  <a:srgbClr val="222222"/>
                </a:solidFill>
                <a:latin typeface="Noto Sans CJK SC"/>
                <a:ea typeface="Noto Sans CJK SC"/>
                <a:cs typeface="Noto Sans CJK SC"/>
              </a:defRPr>
            </a:lvl2pPr>
            <a:lvl3pPr algn="ctr">
              <a:defRPr sz="2100" b="0">
                <a:solidFill>
                  <a:srgbClr val="222222"/>
                </a:solidFill>
                <a:latin typeface="Noto Sans CJK SC"/>
                <a:ea typeface="Noto Sans CJK SC"/>
                <a:cs typeface="Noto Sans CJK SC"/>
              </a:defRPr>
            </a:lvl3pPr>
            <a:lvl4pPr algn="ctr">
              <a:defRPr sz="2100" b="0">
                <a:solidFill>
                  <a:srgbClr val="222222"/>
                </a:solidFill>
                <a:latin typeface="Noto Sans CJK SC"/>
                <a:ea typeface="Noto Sans CJK SC"/>
                <a:cs typeface="Noto Sans CJK SC"/>
              </a:defRPr>
            </a:lvl4pPr>
            <a:lvl5pPr algn="ctr">
              <a:defRPr sz="2100" b="0">
                <a:solidFill>
                  <a:srgbClr val="222222"/>
                </a:solidFill>
                <a:latin typeface="Noto Sans CJK SC"/>
                <a:ea typeface="Noto Sans CJK SC"/>
                <a:cs typeface="Noto Sans CJK SC"/>
              </a:defRPr>
            </a:lvl5pPr>
            <a:lvl6pPr algn="ctr">
              <a:defRPr sz="2100" b="0">
                <a:solidFill>
                  <a:srgbClr val="222222"/>
                </a:solidFill>
                <a:latin typeface="Noto Sans CJK SC"/>
                <a:ea typeface="Noto Sans CJK SC"/>
                <a:cs typeface="Noto Sans CJK SC"/>
              </a:defRPr>
            </a:lvl6pPr>
            <a:lvl7pPr algn="ctr">
              <a:defRPr sz="2100" b="0">
                <a:solidFill>
                  <a:srgbClr val="222222"/>
                </a:solidFill>
                <a:latin typeface="Noto Sans CJK SC"/>
                <a:ea typeface="Noto Sans CJK SC"/>
                <a:cs typeface="Noto Sans CJK SC"/>
              </a:defRPr>
            </a:lvl7pPr>
            <a:lvl8pPr algn="ctr">
              <a:defRPr sz="2100" b="0">
                <a:solidFill>
                  <a:srgbClr val="222222"/>
                </a:solidFill>
                <a:latin typeface="Noto Sans CJK SC"/>
                <a:ea typeface="Noto Sans CJK SC"/>
                <a:cs typeface="Noto Sans CJK SC"/>
              </a:defRPr>
            </a:lvl8pPr>
            <a:lvl9pPr algn="ctr">
              <a:defRPr sz="2100" b="0">
                <a:solidFill>
                  <a:srgbClr val="222222"/>
                </a:solidFill>
                <a:latin typeface="Noto Sans CJK SC"/>
                <a:ea typeface="Noto Sans CJK SC"/>
                <a:cs typeface="Noto Sans CJK SC"/>
              </a:defRPr>
            </a:lvl9pPr>
          </a:lstStyle>
          <a:p>
            <a:pPr algn="ctr">
              <a:defRPr sz="2100" b="0">
                <a:solidFill>
                  <a:srgbClr val="222222"/>
                </a:solidFill>
                <a:latin typeface="Noto Sans CJK SC"/>
                <a:ea typeface="Noto Sans CJK SC"/>
                <a:cs typeface="Noto Sans CJK SC"/>
              </a:defRPr>
            </a:pPr>
            <a:r>
              <a:rPr sz="2100" b="0">
                <a:solidFill>
                  <a:srgbClr val="222222"/>
                </a:solidFill>
                <a:latin typeface="Noto Sans CJK SC"/>
                <a:ea typeface="Noto Sans CJK SC"/>
                <a:cs typeface="Noto Sans CJK SC"/>
              </a:rPr>
              <a:t>READ</a:t>
            </a:r>
          </a:p>
        </p:txBody>
      </p:sp>
      <p:sp>
        <p:nvSpPr>
          <p:cNvPr id="48" name="tool-return">
            <a:extLst>
              <a:ext uri="{FF2B5EF4-FFF2-40B4-BE49-F238E27FC236}">
                <a16:creationId xmlns:a16="http://schemas.microsoft.com/office/drawing/2014/main" id="{EDCF0209-A33A-41B6-B620-9D3253D46429}"/>
              </a:ext>
            </a:extLst>
          </p:cNvPr>
          <p:cNvSpPr>
            <a:spLocks noGrp="1"/>
          </p:cNvSpPr>
          <p:nvPr/>
        </p:nvSpPr>
        <p:spPr>
          <a:xfrm>
            <a:off x="4876800" y="4124325"/>
            <a:ext cx="1524000" cy="552450"/>
          </a:xfrm>
          <a:prstGeom prst="rect">
            <a:avLst/>
          </a:prstGeom>
          <a:solidFill>
            <a:srgbClr val="F4F5F5"/>
          </a:solidFill>
          <a:ln w="17145">
            <a:solidFill>
              <a:srgbClr val="A6AAAD"/>
            </a:solidFill>
            <a:prstDash val="solid"/>
          </a:ln>
        </p:spPr>
      </p:sp>
      <p:sp>
        <p:nvSpPr>
          <p:cNvPr id="49" name="tool-return-text">
            <a:extLst>
              <a:ext uri="{FF2B5EF4-FFF2-40B4-BE49-F238E27FC236}">
                <a16:creationId xmlns:a16="http://schemas.microsoft.com/office/drawing/2014/main" id="{5FD46F82-4F18-4772-9382-3A4CAEBFD429}"/>
              </a:ext>
            </a:extLst>
          </p:cNvPr>
          <p:cNvSpPr>
            <a:spLocks noGrp="1"/>
          </p:cNvSpPr>
          <p:nvPr/>
        </p:nvSpPr>
        <p:spPr>
          <a:xfrm>
            <a:off x="4972050" y="4171950"/>
            <a:ext cx="1333500" cy="457200"/>
          </a:xfrm>
          <a:prstGeom prst="rect">
            <a:avLst/>
          </a:prstGeom>
          <a:noFill/>
          <a:ln w="0">
            <a:noFill/>
          </a:ln>
        </p:spPr>
        <p:txBody>
          <a:bodyPr wrap="none" lIns="0" tIns="0" rIns="0" bIns="0" anchor="ctr">
            <a:noAutofit/>
          </a:bodyPr>
          <a:lstStyle>
            <a:defPPr algn="ctr">
              <a:defRPr sz="2100" b="0">
                <a:solidFill>
                  <a:srgbClr val="222222"/>
                </a:solidFill>
                <a:latin typeface="Noto Sans CJK SC"/>
                <a:ea typeface="Noto Sans CJK SC"/>
                <a:cs typeface="Noto Sans CJK SC"/>
              </a:defRPr>
            </a:defPPr>
            <a:lvl1pPr algn="ctr">
              <a:defRPr sz="2100" b="0">
                <a:solidFill>
                  <a:srgbClr val="222222"/>
                </a:solidFill>
                <a:latin typeface="Noto Sans CJK SC"/>
                <a:ea typeface="Noto Sans CJK SC"/>
                <a:cs typeface="Noto Sans CJK SC"/>
              </a:defRPr>
            </a:lvl1pPr>
            <a:lvl2pPr algn="ctr">
              <a:defRPr sz="2100" b="0">
                <a:solidFill>
                  <a:srgbClr val="222222"/>
                </a:solidFill>
                <a:latin typeface="Noto Sans CJK SC"/>
                <a:ea typeface="Noto Sans CJK SC"/>
                <a:cs typeface="Noto Sans CJK SC"/>
              </a:defRPr>
            </a:lvl2pPr>
            <a:lvl3pPr algn="ctr">
              <a:defRPr sz="2100" b="0">
                <a:solidFill>
                  <a:srgbClr val="222222"/>
                </a:solidFill>
                <a:latin typeface="Noto Sans CJK SC"/>
                <a:ea typeface="Noto Sans CJK SC"/>
                <a:cs typeface="Noto Sans CJK SC"/>
              </a:defRPr>
            </a:lvl3pPr>
            <a:lvl4pPr algn="ctr">
              <a:defRPr sz="2100" b="0">
                <a:solidFill>
                  <a:srgbClr val="222222"/>
                </a:solidFill>
                <a:latin typeface="Noto Sans CJK SC"/>
                <a:ea typeface="Noto Sans CJK SC"/>
                <a:cs typeface="Noto Sans CJK SC"/>
              </a:defRPr>
            </a:lvl4pPr>
            <a:lvl5pPr algn="ctr">
              <a:defRPr sz="2100" b="0">
                <a:solidFill>
                  <a:srgbClr val="222222"/>
                </a:solidFill>
                <a:latin typeface="Noto Sans CJK SC"/>
                <a:ea typeface="Noto Sans CJK SC"/>
                <a:cs typeface="Noto Sans CJK SC"/>
              </a:defRPr>
            </a:lvl5pPr>
            <a:lvl6pPr algn="ctr">
              <a:defRPr sz="2100" b="0">
                <a:solidFill>
                  <a:srgbClr val="222222"/>
                </a:solidFill>
                <a:latin typeface="Noto Sans CJK SC"/>
                <a:ea typeface="Noto Sans CJK SC"/>
                <a:cs typeface="Noto Sans CJK SC"/>
              </a:defRPr>
            </a:lvl6pPr>
            <a:lvl7pPr algn="ctr">
              <a:defRPr sz="2100" b="0">
                <a:solidFill>
                  <a:srgbClr val="222222"/>
                </a:solidFill>
                <a:latin typeface="Noto Sans CJK SC"/>
                <a:ea typeface="Noto Sans CJK SC"/>
                <a:cs typeface="Noto Sans CJK SC"/>
              </a:defRPr>
            </a:lvl7pPr>
            <a:lvl8pPr algn="ctr">
              <a:defRPr sz="2100" b="0">
                <a:solidFill>
                  <a:srgbClr val="222222"/>
                </a:solidFill>
                <a:latin typeface="Noto Sans CJK SC"/>
                <a:ea typeface="Noto Sans CJK SC"/>
                <a:cs typeface="Noto Sans CJK SC"/>
              </a:defRPr>
            </a:lvl8pPr>
            <a:lvl9pPr algn="ctr">
              <a:defRPr sz="2100" b="0">
                <a:solidFill>
                  <a:srgbClr val="222222"/>
                </a:solidFill>
                <a:latin typeface="Noto Sans CJK SC"/>
                <a:ea typeface="Noto Sans CJK SC"/>
                <a:cs typeface="Noto Sans CJK SC"/>
              </a:defRPr>
            </a:lvl9pPr>
          </a:lstStyle>
          <a:p>
            <a:pPr algn="ctr">
              <a:defRPr sz="2100" b="0">
                <a:solidFill>
                  <a:srgbClr val="222222"/>
                </a:solidFill>
                <a:latin typeface="Noto Sans CJK SC"/>
                <a:ea typeface="Noto Sans CJK SC"/>
                <a:cs typeface="Noto Sans CJK SC"/>
              </a:defRPr>
            </a:pPr>
            <a:r>
              <a:rPr sz="2100" b="0">
                <a:solidFill>
                  <a:srgbClr val="222222"/>
                </a:solidFill>
                <a:latin typeface="Noto Sans CJK SC"/>
                <a:ea typeface="Noto Sans CJK SC"/>
                <a:cs typeface="Noto Sans CJK SC"/>
              </a:rPr>
              <a:t>返回正文</a:t>
            </a:r>
          </a:p>
        </p:txBody>
      </p:sp>
      <p:sp>
        <p:nvSpPr>
          <p:cNvPr id="50" name="write">
            <a:extLst>
              <a:ext uri="{FF2B5EF4-FFF2-40B4-BE49-F238E27FC236}">
                <a16:creationId xmlns:a16="http://schemas.microsoft.com/office/drawing/2014/main" id="{AAD01896-10DD-476F-BC4A-54AC956D0FAC}"/>
              </a:ext>
            </a:extLst>
          </p:cNvPr>
          <p:cNvSpPr>
            <a:spLocks noGrp="1"/>
          </p:cNvSpPr>
          <p:nvPr/>
        </p:nvSpPr>
        <p:spPr>
          <a:xfrm>
            <a:off x="6534150" y="4124325"/>
            <a:ext cx="1190625" cy="552450"/>
          </a:xfrm>
          <a:prstGeom prst="rect">
            <a:avLst/>
          </a:prstGeom>
          <a:solidFill>
            <a:srgbClr val="EAF1F6"/>
          </a:solidFill>
          <a:ln w="17145">
            <a:solidFill>
              <a:srgbClr val="315E80"/>
            </a:solidFill>
            <a:prstDash val="solid"/>
          </a:ln>
        </p:spPr>
      </p:sp>
      <p:sp>
        <p:nvSpPr>
          <p:cNvPr id="51" name="write-text">
            <a:extLst>
              <a:ext uri="{FF2B5EF4-FFF2-40B4-BE49-F238E27FC236}">
                <a16:creationId xmlns:a16="http://schemas.microsoft.com/office/drawing/2014/main" id="{F238A7E7-4A55-4D7F-8395-7F89237BF13C}"/>
              </a:ext>
            </a:extLst>
          </p:cNvPr>
          <p:cNvSpPr>
            <a:spLocks noGrp="1"/>
          </p:cNvSpPr>
          <p:nvPr/>
        </p:nvSpPr>
        <p:spPr>
          <a:xfrm>
            <a:off x="6629400" y="4171950"/>
            <a:ext cx="1000125" cy="457200"/>
          </a:xfrm>
          <a:prstGeom prst="rect">
            <a:avLst/>
          </a:prstGeom>
          <a:noFill/>
          <a:ln w="0">
            <a:noFill/>
          </a:ln>
        </p:spPr>
        <p:txBody>
          <a:bodyPr wrap="none" lIns="0" tIns="0" rIns="0" bIns="0" anchor="ctr">
            <a:noAutofit/>
          </a:bodyPr>
          <a:lstStyle>
            <a:defPPr algn="ctr">
              <a:defRPr sz="2100" b="0">
                <a:solidFill>
                  <a:srgbClr val="222222"/>
                </a:solidFill>
                <a:latin typeface="Noto Sans CJK SC"/>
                <a:ea typeface="Noto Sans CJK SC"/>
                <a:cs typeface="Noto Sans CJK SC"/>
              </a:defRPr>
            </a:defPPr>
            <a:lvl1pPr algn="ctr">
              <a:defRPr sz="2100" b="0">
                <a:solidFill>
                  <a:srgbClr val="222222"/>
                </a:solidFill>
                <a:latin typeface="Noto Sans CJK SC"/>
                <a:ea typeface="Noto Sans CJK SC"/>
                <a:cs typeface="Noto Sans CJK SC"/>
              </a:defRPr>
            </a:lvl1pPr>
            <a:lvl2pPr algn="ctr">
              <a:defRPr sz="2100" b="0">
                <a:solidFill>
                  <a:srgbClr val="222222"/>
                </a:solidFill>
                <a:latin typeface="Noto Sans CJK SC"/>
                <a:ea typeface="Noto Sans CJK SC"/>
                <a:cs typeface="Noto Sans CJK SC"/>
              </a:defRPr>
            </a:lvl2pPr>
            <a:lvl3pPr algn="ctr">
              <a:defRPr sz="2100" b="0">
                <a:solidFill>
                  <a:srgbClr val="222222"/>
                </a:solidFill>
                <a:latin typeface="Noto Sans CJK SC"/>
                <a:ea typeface="Noto Sans CJK SC"/>
                <a:cs typeface="Noto Sans CJK SC"/>
              </a:defRPr>
            </a:lvl3pPr>
            <a:lvl4pPr algn="ctr">
              <a:defRPr sz="2100" b="0">
                <a:solidFill>
                  <a:srgbClr val="222222"/>
                </a:solidFill>
                <a:latin typeface="Noto Sans CJK SC"/>
                <a:ea typeface="Noto Sans CJK SC"/>
                <a:cs typeface="Noto Sans CJK SC"/>
              </a:defRPr>
            </a:lvl4pPr>
            <a:lvl5pPr algn="ctr">
              <a:defRPr sz="2100" b="0">
                <a:solidFill>
                  <a:srgbClr val="222222"/>
                </a:solidFill>
                <a:latin typeface="Noto Sans CJK SC"/>
                <a:ea typeface="Noto Sans CJK SC"/>
                <a:cs typeface="Noto Sans CJK SC"/>
              </a:defRPr>
            </a:lvl5pPr>
            <a:lvl6pPr algn="ctr">
              <a:defRPr sz="2100" b="0">
                <a:solidFill>
                  <a:srgbClr val="222222"/>
                </a:solidFill>
                <a:latin typeface="Noto Sans CJK SC"/>
                <a:ea typeface="Noto Sans CJK SC"/>
                <a:cs typeface="Noto Sans CJK SC"/>
              </a:defRPr>
            </a:lvl6pPr>
            <a:lvl7pPr algn="ctr">
              <a:defRPr sz="2100" b="0">
                <a:solidFill>
                  <a:srgbClr val="222222"/>
                </a:solidFill>
                <a:latin typeface="Noto Sans CJK SC"/>
                <a:ea typeface="Noto Sans CJK SC"/>
                <a:cs typeface="Noto Sans CJK SC"/>
              </a:defRPr>
            </a:lvl7pPr>
            <a:lvl8pPr algn="ctr">
              <a:defRPr sz="2100" b="0">
                <a:solidFill>
                  <a:srgbClr val="222222"/>
                </a:solidFill>
                <a:latin typeface="Noto Sans CJK SC"/>
                <a:ea typeface="Noto Sans CJK SC"/>
                <a:cs typeface="Noto Sans CJK SC"/>
              </a:defRPr>
            </a:lvl8pPr>
            <a:lvl9pPr algn="ctr">
              <a:defRPr sz="2100" b="0">
                <a:solidFill>
                  <a:srgbClr val="222222"/>
                </a:solidFill>
                <a:latin typeface="Noto Sans CJK SC"/>
                <a:ea typeface="Noto Sans CJK SC"/>
                <a:cs typeface="Noto Sans CJK SC"/>
              </a:defRPr>
            </a:lvl9pPr>
          </a:lstStyle>
          <a:p>
            <a:pPr algn="ctr">
              <a:defRPr sz="2100" b="0">
                <a:solidFill>
                  <a:srgbClr val="222222"/>
                </a:solidFill>
                <a:latin typeface="Noto Sans CJK SC"/>
                <a:ea typeface="Noto Sans CJK SC"/>
                <a:cs typeface="Noto Sans CJK SC"/>
              </a:defRPr>
            </a:pPr>
            <a:r>
              <a:rPr sz="2100" b="0">
                <a:solidFill>
                  <a:srgbClr val="222222"/>
                </a:solidFill>
                <a:latin typeface="Noto Sans CJK SC"/>
                <a:ea typeface="Noto Sans CJK SC"/>
                <a:cs typeface="Noto Sans CJK SC"/>
              </a:rPr>
              <a:t>WRITE</a:t>
            </a:r>
          </a:p>
        </p:txBody>
      </p:sp>
      <p:sp>
        <p:nvSpPr>
          <p:cNvPr id="52" name="subtask">
            <a:extLst>
              <a:ext uri="{FF2B5EF4-FFF2-40B4-BE49-F238E27FC236}">
                <a16:creationId xmlns:a16="http://schemas.microsoft.com/office/drawing/2014/main" id="{07B443E1-2FAF-49DF-B6BE-9837960FFA52}"/>
              </a:ext>
            </a:extLst>
          </p:cNvPr>
          <p:cNvSpPr>
            <a:spLocks noGrp="1"/>
          </p:cNvSpPr>
          <p:nvPr/>
        </p:nvSpPr>
        <p:spPr>
          <a:xfrm>
            <a:off x="7858125" y="4124325"/>
            <a:ext cx="2095500" cy="552450"/>
          </a:xfrm>
          <a:prstGeom prst="rect">
            <a:avLst/>
          </a:prstGeom>
          <a:solidFill>
            <a:srgbClr val="EAF1F6"/>
          </a:solidFill>
          <a:ln w="17145">
            <a:solidFill>
              <a:srgbClr val="315E80"/>
            </a:solidFill>
            <a:prstDash val="solid"/>
          </a:ln>
        </p:spPr>
      </p:sp>
      <p:sp>
        <p:nvSpPr>
          <p:cNvPr id="53" name="subtask-text">
            <a:extLst>
              <a:ext uri="{FF2B5EF4-FFF2-40B4-BE49-F238E27FC236}">
                <a16:creationId xmlns:a16="http://schemas.microsoft.com/office/drawing/2014/main" id="{47022BF5-4A6F-491A-ACC9-644C49A98A1D}"/>
              </a:ext>
            </a:extLst>
          </p:cNvPr>
          <p:cNvSpPr>
            <a:spLocks noGrp="1"/>
          </p:cNvSpPr>
          <p:nvPr/>
        </p:nvSpPr>
        <p:spPr>
          <a:xfrm>
            <a:off x="7953375" y="4171950"/>
            <a:ext cx="1905000" cy="45720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子任务文本</a:t>
            </a:r>
          </a:p>
        </p:txBody>
      </p:sp>
      <p:sp>
        <p:nvSpPr>
          <p:cNvPr id="54" name="action-quality">
            <a:extLst>
              <a:ext uri="{FF2B5EF4-FFF2-40B4-BE49-F238E27FC236}">
                <a16:creationId xmlns:a16="http://schemas.microsoft.com/office/drawing/2014/main" id="{18BA8B2F-9DCE-429D-930E-9BFAFBE90CC7}"/>
              </a:ext>
            </a:extLst>
          </p:cNvPr>
          <p:cNvSpPr>
            <a:spLocks noGrp="1"/>
          </p:cNvSpPr>
          <p:nvPr/>
        </p:nvSpPr>
        <p:spPr>
          <a:xfrm>
            <a:off x="10086975" y="4124325"/>
            <a:ext cx="666750" cy="552450"/>
          </a:xfrm>
          <a:prstGeom prst="rect">
            <a:avLst/>
          </a:prstGeom>
          <a:solidFill>
            <a:srgbClr val="EEF4F0"/>
          </a:solidFill>
          <a:ln w="17145">
            <a:solidFill>
              <a:srgbClr val="427568"/>
            </a:solidFill>
            <a:prstDash val="solid"/>
          </a:ln>
        </p:spPr>
      </p:sp>
      <p:sp>
        <p:nvSpPr>
          <p:cNvPr id="55" name="action-quality-text">
            <a:extLst>
              <a:ext uri="{FF2B5EF4-FFF2-40B4-BE49-F238E27FC236}">
                <a16:creationId xmlns:a16="http://schemas.microsoft.com/office/drawing/2014/main" id="{232332FA-19D1-4692-9E9E-93DA0486E992}"/>
              </a:ext>
            </a:extLst>
          </p:cNvPr>
          <p:cNvSpPr>
            <a:spLocks noGrp="1"/>
          </p:cNvSpPr>
          <p:nvPr/>
        </p:nvSpPr>
        <p:spPr>
          <a:xfrm>
            <a:off x="10182225" y="4171950"/>
            <a:ext cx="476250" cy="457200"/>
          </a:xfrm>
          <a:prstGeom prst="rect">
            <a:avLst/>
          </a:prstGeom>
          <a:noFill/>
          <a:ln w="0">
            <a:noFill/>
          </a:ln>
        </p:spPr>
        <p:txBody>
          <a:bodyPr wrap="none" lIns="0" tIns="0" rIns="0" bIns="0" anchor="ctr">
            <a:noAutofit/>
          </a:bodyPr>
          <a:lstStyle>
            <a:defPPr algn="ctr">
              <a:defRPr sz="2325" b="0">
                <a:solidFill>
                  <a:srgbClr val="222222"/>
                </a:solidFill>
                <a:latin typeface="Noto Sans CJK SC"/>
                <a:ea typeface="Noto Sans CJK SC"/>
                <a:cs typeface="Noto Sans CJK SC"/>
              </a:defRPr>
            </a:defPPr>
            <a:lvl1pPr algn="ctr">
              <a:defRPr sz="2325" b="0">
                <a:solidFill>
                  <a:srgbClr val="222222"/>
                </a:solidFill>
                <a:latin typeface="Noto Sans CJK SC"/>
                <a:ea typeface="Noto Sans CJK SC"/>
                <a:cs typeface="Noto Sans CJK SC"/>
              </a:defRPr>
            </a:lvl1pPr>
            <a:lvl2pPr algn="ctr">
              <a:defRPr sz="2325" b="0">
                <a:solidFill>
                  <a:srgbClr val="222222"/>
                </a:solidFill>
                <a:latin typeface="Noto Sans CJK SC"/>
                <a:ea typeface="Noto Sans CJK SC"/>
                <a:cs typeface="Noto Sans CJK SC"/>
              </a:defRPr>
            </a:lvl2pPr>
            <a:lvl3pPr algn="ctr">
              <a:defRPr sz="2325" b="0">
                <a:solidFill>
                  <a:srgbClr val="222222"/>
                </a:solidFill>
                <a:latin typeface="Noto Sans CJK SC"/>
                <a:ea typeface="Noto Sans CJK SC"/>
                <a:cs typeface="Noto Sans CJK SC"/>
              </a:defRPr>
            </a:lvl3pPr>
            <a:lvl4pPr algn="ctr">
              <a:defRPr sz="2325" b="0">
                <a:solidFill>
                  <a:srgbClr val="222222"/>
                </a:solidFill>
                <a:latin typeface="Noto Sans CJK SC"/>
                <a:ea typeface="Noto Sans CJK SC"/>
                <a:cs typeface="Noto Sans CJK SC"/>
              </a:defRPr>
            </a:lvl4pPr>
            <a:lvl5pPr algn="ctr">
              <a:defRPr sz="2325" b="0">
                <a:solidFill>
                  <a:srgbClr val="222222"/>
                </a:solidFill>
                <a:latin typeface="Noto Sans CJK SC"/>
                <a:ea typeface="Noto Sans CJK SC"/>
                <a:cs typeface="Noto Sans CJK SC"/>
              </a:defRPr>
            </a:lvl5pPr>
            <a:lvl6pPr algn="ctr">
              <a:defRPr sz="2325" b="0">
                <a:solidFill>
                  <a:srgbClr val="222222"/>
                </a:solidFill>
                <a:latin typeface="Noto Sans CJK SC"/>
                <a:ea typeface="Noto Sans CJK SC"/>
                <a:cs typeface="Noto Sans CJK SC"/>
              </a:defRPr>
            </a:lvl6pPr>
            <a:lvl7pPr algn="ctr">
              <a:defRPr sz="2325" b="0">
                <a:solidFill>
                  <a:srgbClr val="222222"/>
                </a:solidFill>
                <a:latin typeface="Noto Sans CJK SC"/>
                <a:ea typeface="Noto Sans CJK SC"/>
                <a:cs typeface="Noto Sans CJK SC"/>
              </a:defRPr>
            </a:lvl7pPr>
            <a:lvl8pPr algn="ctr">
              <a:defRPr sz="2325" b="0">
                <a:solidFill>
                  <a:srgbClr val="222222"/>
                </a:solidFill>
                <a:latin typeface="Noto Sans CJK SC"/>
                <a:ea typeface="Noto Sans CJK SC"/>
                <a:cs typeface="Noto Sans CJK SC"/>
              </a:defRPr>
            </a:lvl8pPr>
            <a:lvl9pPr algn="ctr">
              <a:defRPr sz="2325" b="0">
                <a:solidFill>
                  <a:srgbClr val="222222"/>
                </a:solidFill>
                <a:latin typeface="Noto Sans CJK SC"/>
                <a:ea typeface="Noto Sans CJK SC"/>
                <a:cs typeface="Noto Sans CJK SC"/>
              </a:defRPr>
            </a:lvl9pPr>
          </a:lstStyle>
          <a:p>
            <a:pPr algn="ctr">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Iᴬ</a:t>
            </a:r>
          </a:p>
        </p:txBody>
      </p:sp>
      <p:sp>
        <p:nvSpPr>
          <p:cNvPr id="56" name="fast-sequence">
            <a:extLst>
              <a:ext uri="{FF2B5EF4-FFF2-40B4-BE49-F238E27FC236}">
                <a16:creationId xmlns:a16="http://schemas.microsoft.com/office/drawing/2014/main" id="{19C49301-4855-469B-AA7F-0E08313143FF}"/>
              </a:ext>
            </a:extLst>
          </p:cNvPr>
          <p:cNvSpPr>
            <a:spLocks noGrp="1"/>
          </p:cNvSpPr>
          <p:nvPr/>
        </p:nvSpPr>
        <p:spPr>
          <a:xfrm>
            <a:off x="10887075" y="4124325"/>
            <a:ext cx="3781425" cy="552450"/>
          </a:xfrm>
          <a:prstGeom prst="rect">
            <a:avLst/>
          </a:prstGeom>
          <a:solidFill>
            <a:srgbClr val="EAF1F6"/>
          </a:solidFill>
          <a:ln w="17145">
            <a:solidFill>
              <a:srgbClr val="315E80"/>
            </a:solidFill>
            <a:prstDash val="solid"/>
          </a:ln>
        </p:spPr>
      </p:sp>
      <p:sp>
        <p:nvSpPr>
          <p:cNvPr id="57" name="fast-sequence-text">
            <a:extLst>
              <a:ext uri="{FF2B5EF4-FFF2-40B4-BE49-F238E27FC236}">
                <a16:creationId xmlns:a16="http://schemas.microsoft.com/office/drawing/2014/main" id="{75A1B26F-4BA0-4691-B4D4-5004B5FECA79}"/>
              </a:ext>
            </a:extLst>
          </p:cNvPr>
          <p:cNvSpPr>
            <a:spLocks noGrp="1"/>
          </p:cNvSpPr>
          <p:nvPr/>
        </p:nvSpPr>
        <p:spPr>
          <a:xfrm>
            <a:off x="10982325" y="4171950"/>
            <a:ext cx="3590925" cy="45720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FAST动作token</a:t>
            </a:r>
          </a:p>
        </p:txBody>
      </p:sp>
      <p:sp>
        <p:nvSpPr>
          <p:cNvPr id="58" name="tool-mask">
            <a:extLst>
              <a:ext uri="{FF2B5EF4-FFF2-40B4-BE49-F238E27FC236}">
                <a16:creationId xmlns:a16="http://schemas.microsoft.com/office/drawing/2014/main" id="{4BC8E7E1-F88A-44C0-A18B-CDE2965A9AE4}"/>
              </a:ext>
            </a:extLst>
          </p:cNvPr>
          <p:cNvSpPr>
            <a:spLocks noGrp="1"/>
          </p:cNvSpPr>
          <p:nvPr/>
        </p:nvSpPr>
        <p:spPr>
          <a:xfrm>
            <a:off x="4791075" y="4791075"/>
            <a:ext cx="1695450" cy="342900"/>
          </a:xfrm>
          <a:prstGeom prst="rect">
            <a:avLst/>
          </a:prstGeom>
          <a:noFill/>
          <a:ln w="0">
            <a:noFill/>
          </a:ln>
        </p:spPr>
        <p:txBody>
          <a:bodyPr wrap="none" lIns="0" tIns="0" rIns="0" bIns="0" anchor="ctr">
            <a:noAutofit/>
          </a:bodyPr>
          <a:lstStyle>
            <a:defPPr algn="ctr">
              <a:defRPr sz="1875" b="0">
                <a:solidFill>
                  <a:srgbClr val="64686C"/>
                </a:solidFill>
                <a:latin typeface="Noto Sans CJK SC"/>
                <a:ea typeface="Noto Sans CJK SC"/>
                <a:cs typeface="Noto Sans CJK SC"/>
              </a:defRPr>
            </a:defPPr>
            <a:lvl1pPr algn="ctr">
              <a:defRPr sz="1875" b="0">
                <a:solidFill>
                  <a:srgbClr val="64686C"/>
                </a:solidFill>
                <a:latin typeface="Noto Sans CJK SC"/>
                <a:ea typeface="Noto Sans CJK SC"/>
                <a:cs typeface="Noto Sans CJK SC"/>
              </a:defRPr>
            </a:lvl1pPr>
            <a:lvl2pPr algn="ctr">
              <a:defRPr sz="1875" b="0">
                <a:solidFill>
                  <a:srgbClr val="64686C"/>
                </a:solidFill>
                <a:latin typeface="Noto Sans CJK SC"/>
                <a:ea typeface="Noto Sans CJK SC"/>
                <a:cs typeface="Noto Sans CJK SC"/>
              </a:defRPr>
            </a:lvl2pPr>
            <a:lvl3pPr algn="ctr">
              <a:defRPr sz="1875" b="0">
                <a:solidFill>
                  <a:srgbClr val="64686C"/>
                </a:solidFill>
                <a:latin typeface="Noto Sans CJK SC"/>
                <a:ea typeface="Noto Sans CJK SC"/>
                <a:cs typeface="Noto Sans CJK SC"/>
              </a:defRPr>
            </a:lvl3pPr>
            <a:lvl4pPr algn="ctr">
              <a:defRPr sz="1875" b="0">
                <a:solidFill>
                  <a:srgbClr val="64686C"/>
                </a:solidFill>
                <a:latin typeface="Noto Sans CJK SC"/>
                <a:ea typeface="Noto Sans CJK SC"/>
                <a:cs typeface="Noto Sans CJK SC"/>
              </a:defRPr>
            </a:lvl4pPr>
            <a:lvl5pPr algn="ctr">
              <a:defRPr sz="1875" b="0">
                <a:solidFill>
                  <a:srgbClr val="64686C"/>
                </a:solidFill>
                <a:latin typeface="Noto Sans CJK SC"/>
                <a:ea typeface="Noto Sans CJK SC"/>
                <a:cs typeface="Noto Sans CJK SC"/>
              </a:defRPr>
            </a:lvl5pPr>
            <a:lvl6pPr algn="ctr">
              <a:defRPr sz="1875" b="0">
                <a:solidFill>
                  <a:srgbClr val="64686C"/>
                </a:solidFill>
                <a:latin typeface="Noto Sans CJK SC"/>
                <a:ea typeface="Noto Sans CJK SC"/>
                <a:cs typeface="Noto Sans CJK SC"/>
              </a:defRPr>
            </a:lvl6pPr>
            <a:lvl7pPr algn="ctr">
              <a:defRPr sz="1875" b="0">
                <a:solidFill>
                  <a:srgbClr val="64686C"/>
                </a:solidFill>
                <a:latin typeface="Noto Sans CJK SC"/>
                <a:ea typeface="Noto Sans CJK SC"/>
                <a:cs typeface="Noto Sans CJK SC"/>
              </a:defRPr>
            </a:lvl7pPr>
            <a:lvl8pPr algn="ctr">
              <a:defRPr sz="1875" b="0">
                <a:solidFill>
                  <a:srgbClr val="64686C"/>
                </a:solidFill>
                <a:latin typeface="Noto Sans CJK SC"/>
                <a:ea typeface="Noto Sans CJK SC"/>
                <a:cs typeface="Noto Sans CJK SC"/>
              </a:defRPr>
            </a:lvl8pPr>
            <a:lvl9pPr algn="ctr">
              <a:defRPr sz="1875" b="0">
                <a:solidFill>
                  <a:srgbClr val="64686C"/>
                </a:solidFill>
                <a:latin typeface="Noto Sans CJK SC"/>
                <a:ea typeface="Noto Sans CJK SC"/>
                <a:cs typeface="Noto Sans CJK SC"/>
              </a:defRPr>
            </a:lvl9pPr>
          </a:lstStyle>
          <a:p>
            <a:pPr algn="ctr">
              <a:defRPr sz="1875" b="0">
                <a:solidFill>
                  <a:srgbClr val="64686C"/>
                </a:solidFill>
                <a:latin typeface="Noto Sans CJK SC"/>
                <a:ea typeface="Noto Sans CJK SC"/>
                <a:cs typeface="Noto Sans CJK SC"/>
              </a:defRPr>
            </a:pPr>
            <a:r>
              <a:rPr sz="1875" b="0">
                <a:solidFill>
                  <a:srgbClr val="64686C"/>
                </a:solidFill>
                <a:latin typeface="Noto Sans CJK SC"/>
                <a:ea typeface="Noto Sans CJK SC"/>
                <a:cs typeface="Noto Sans CJK SC"/>
              </a:rPr>
              <a:t>仅作上下文</a:t>
            </a:r>
          </a:p>
        </p:txBody>
      </p:sp>
      <p:sp>
        <p:nvSpPr>
          <p:cNvPr id="59" name="fast-train-only">
            <a:extLst>
              <a:ext uri="{FF2B5EF4-FFF2-40B4-BE49-F238E27FC236}">
                <a16:creationId xmlns:a16="http://schemas.microsoft.com/office/drawing/2014/main" id="{D05D6320-3BC8-4E9E-8976-5E70A278111F}"/>
              </a:ext>
            </a:extLst>
          </p:cNvPr>
          <p:cNvSpPr>
            <a:spLocks noGrp="1"/>
          </p:cNvSpPr>
          <p:nvPr/>
        </p:nvSpPr>
        <p:spPr>
          <a:xfrm>
            <a:off x="10887075" y="4791075"/>
            <a:ext cx="3781425" cy="342900"/>
          </a:xfrm>
          <a:prstGeom prst="rect">
            <a:avLst/>
          </a:prstGeom>
          <a:noFill/>
          <a:ln w="0">
            <a:noFill/>
          </a:ln>
        </p:spPr>
        <p:txBody>
          <a:bodyPr wrap="none" lIns="0" tIns="0" rIns="0" bIns="0" anchor="ctr">
            <a:noAutofit/>
          </a:bodyPr>
          <a:lstStyle>
            <a:defPPr algn="ctr">
              <a:defRPr sz="1875" b="0">
                <a:solidFill>
                  <a:srgbClr val="64686C"/>
                </a:solidFill>
                <a:latin typeface="Noto Sans CJK SC"/>
                <a:ea typeface="Noto Sans CJK SC"/>
                <a:cs typeface="Noto Sans CJK SC"/>
              </a:defRPr>
            </a:defPPr>
            <a:lvl1pPr algn="ctr">
              <a:defRPr sz="1875" b="0">
                <a:solidFill>
                  <a:srgbClr val="64686C"/>
                </a:solidFill>
                <a:latin typeface="Noto Sans CJK SC"/>
                <a:ea typeface="Noto Sans CJK SC"/>
                <a:cs typeface="Noto Sans CJK SC"/>
              </a:defRPr>
            </a:lvl1pPr>
            <a:lvl2pPr algn="ctr">
              <a:defRPr sz="1875" b="0">
                <a:solidFill>
                  <a:srgbClr val="64686C"/>
                </a:solidFill>
                <a:latin typeface="Noto Sans CJK SC"/>
                <a:ea typeface="Noto Sans CJK SC"/>
                <a:cs typeface="Noto Sans CJK SC"/>
              </a:defRPr>
            </a:lvl2pPr>
            <a:lvl3pPr algn="ctr">
              <a:defRPr sz="1875" b="0">
                <a:solidFill>
                  <a:srgbClr val="64686C"/>
                </a:solidFill>
                <a:latin typeface="Noto Sans CJK SC"/>
                <a:ea typeface="Noto Sans CJK SC"/>
                <a:cs typeface="Noto Sans CJK SC"/>
              </a:defRPr>
            </a:lvl3pPr>
            <a:lvl4pPr algn="ctr">
              <a:defRPr sz="1875" b="0">
                <a:solidFill>
                  <a:srgbClr val="64686C"/>
                </a:solidFill>
                <a:latin typeface="Noto Sans CJK SC"/>
                <a:ea typeface="Noto Sans CJK SC"/>
                <a:cs typeface="Noto Sans CJK SC"/>
              </a:defRPr>
            </a:lvl4pPr>
            <a:lvl5pPr algn="ctr">
              <a:defRPr sz="1875" b="0">
                <a:solidFill>
                  <a:srgbClr val="64686C"/>
                </a:solidFill>
                <a:latin typeface="Noto Sans CJK SC"/>
                <a:ea typeface="Noto Sans CJK SC"/>
                <a:cs typeface="Noto Sans CJK SC"/>
              </a:defRPr>
            </a:lvl5pPr>
            <a:lvl6pPr algn="ctr">
              <a:defRPr sz="1875" b="0">
                <a:solidFill>
                  <a:srgbClr val="64686C"/>
                </a:solidFill>
                <a:latin typeface="Noto Sans CJK SC"/>
                <a:ea typeface="Noto Sans CJK SC"/>
                <a:cs typeface="Noto Sans CJK SC"/>
              </a:defRPr>
            </a:lvl6pPr>
            <a:lvl7pPr algn="ctr">
              <a:defRPr sz="1875" b="0">
                <a:solidFill>
                  <a:srgbClr val="64686C"/>
                </a:solidFill>
                <a:latin typeface="Noto Sans CJK SC"/>
                <a:ea typeface="Noto Sans CJK SC"/>
                <a:cs typeface="Noto Sans CJK SC"/>
              </a:defRPr>
            </a:lvl7pPr>
            <a:lvl8pPr algn="ctr">
              <a:defRPr sz="1875" b="0">
                <a:solidFill>
                  <a:srgbClr val="64686C"/>
                </a:solidFill>
                <a:latin typeface="Noto Sans CJK SC"/>
                <a:ea typeface="Noto Sans CJK SC"/>
                <a:cs typeface="Noto Sans CJK SC"/>
              </a:defRPr>
            </a:lvl8pPr>
            <a:lvl9pPr algn="ctr">
              <a:defRPr sz="1875" b="0">
                <a:solidFill>
                  <a:srgbClr val="64686C"/>
                </a:solidFill>
                <a:latin typeface="Noto Sans CJK SC"/>
                <a:ea typeface="Noto Sans CJK SC"/>
                <a:cs typeface="Noto Sans CJK SC"/>
              </a:defRPr>
            </a:lvl9pPr>
          </a:lstStyle>
          <a:p>
            <a:pPr algn="ctr">
              <a:defRPr sz="1875" b="0">
                <a:solidFill>
                  <a:srgbClr val="64686C"/>
                </a:solidFill>
                <a:latin typeface="Noto Sans CJK SC"/>
                <a:ea typeface="Noto Sans CJK SC"/>
                <a:cs typeface="Noto Sans CJK SC"/>
              </a:defRPr>
            </a:pPr>
            <a:r>
              <a:rPr sz="1875" b="0">
                <a:solidFill>
                  <a:srgbClr val="64686C"/>
                </a:solidFill>
                <a:latin typeface="Noto Sans CJK SC"/>
                <a:ea typeface="Noto Sans CJK SC"/>
                <a:cs typeface="Noto Sans CJK SC"/>
              </a:rPr>
              <a:t>仅训练</a:t>
            </a:r>
          </a:p>
        </p:txBody>
      </p:sp>
      <p:cxnSp>
        <p:nvCxnSpPr>
          <p:cNvPr id="60" name="sequence-left-bracket">
            <a:extLst>
              <a:ext uri="{FF2B5EF4-FFF2-40B4-BE49-F238E27FC236}">
                <a16:creationId xmlns:a16="http://schemas.microsoft.com/office/drawing/2014/main" id="{77B1BF70-0459-4476-A787-586FBC035466}"/>
              </a:ext>
            </a:extLst>
          </p:cNvPr>
          <p:cNvCxnSpPr/>
          <p:nvPr/>
        </p:nvCxnSpPr>
        <p:spPr>
          <a:xfrm flipH="0" flipV="0">
            <a:off x="571500" y="5219700"/>
            <a:ext cx="0" cy="142875"/>
          </a:xfrm>
          <a:prstGeom prst="straightConnector1">
            <a:avLst/>
          </a:prstGeom>
          <a:ln w="20955">
            <a:solidFill>
              <a:srgbClr val="64686C"/>
            </a:solidFill>
            <a:prstDash val="solid"/>
            <a:tailEnd type="none" w="med" len="med"/>
          </a:ln>
        </p:spPr>
      </p:cxnSp>
      <p:cxnSp>
        <p:nvCxnSpPr>
          <p:cNvPr id="61" name="sequence-bracket">
            <a:extLst>
              <a:ext uri="{FF2B5EF4-FFF2-40B4-BE49-F238E27FC236}">
                <a16:creationId xmlns:a16="http://schemas.microsoft.com/office/drawing/2014/main" id="{64619307-A17A-4B26-8B71-F9B48314E567}"/>
              </a:ext>
            </a:extLst>
          </p:cNvPr>
          <p:cNvCxnSpPr/>
          <p:nvPr/>
        </p:nvCxnSpPr>
        <p:spPr>
          <a:xfrm flipH="0" flipV="0">
            <a:off x="571500" y="5362575"/>
            <a:ext cx="14097000" cy="0"/>
          </a:xfrm>
          <a:prstGeom prst="straightConnector1">
            <a:avLst/>
          </a:prstGeom>
          <a:ln w="20955">
            <a:solidFill>
              <a:srgbClr val="64686C"/>
            </a:solidFill>
            <a:prstDash val="solid"/>
            <a:tailEnd type="none" w="med" len="med"/>
          </a:ln>
        </p:spPr>
      </p:cxnSp>
      <p:cxnSp>
        <p:nvCxnSpPr>
          <p:cNvPr id="62" name="sequence-right-bracket">
            <a:extLst>
              <a:ext uri="{FF2B5EF4-FFF2-40B4-BE49-F238E27FC236}">
                <a16:creationId xmlns:a16="http://schemas.microsoft.com/office/drawing/2014/main" id="{249B4CC9-A44F-4ACF-AC25-3379859A0C1D}"/>
              </a:ext>
            </a:extLst>
          </p:cNvPr>
          <p:cNvCxnSpPr/>
          <p:nvPr/>
        </p:nvCxnSpPr>
        <p:spPr>
          <a:xfrm flipH="0" flipV="0">
            <a:off x="14668500" y="5219700"/>
            <a:ext cx="0" cy="142875"/>
          </a:xfrm>
          <a:prstGeom prst="straightConnector1">
            <a:avLst/>
          </a:prstGeom>
          <a:ln w="20955">
            <a:solidFill>
              <a:srgbClr val="64686C"/>
            </a:solidFill>
            <a:prstDash val="solid"/>
            <a:tailEnd type="none" w="med" len="med"/>
          </a:ln>
        </p:spPr>
      </p:cxnSp>
      <p:cxnSp>
        <p:nvCxnSpPr>
          <p:cNvPr id="63" name="sequence-to-vlm">
            <a:extLst>
              <a:ext uri="{FF2B5EF4-FFF2-40B4-BE49-F238E27FC236}">
                <a16:creationId xmlns:a16="http://schemas.microsoft.com/office/drawing/2014/main" id="{47EB4E15-9690-4AC7-87B4-8F8974588344}"/>
              </a:ext>
            </a:extLst>
          </p:cNvPr>
          <p:cNvCxnSpPr/>
          <p:nvPr/>
        </p:nvCxnSpPr>
        <p:spPr>
          <a:xfrm flipH="0" flipV="0">
            <a:off x="2905125" y="5362575"/>
            <a:ext cx="0" cy="495300"/>
          </a:xfrm>
          <a:prstGeom prst="straightConnector1">
            <a:avLst/>
          </a:prstGeom>
          <a:ln w="20955">
            <a:solidFill>
              <a:srgbClr val="64686C"/>
            </a:solidFill>
            <a:prstDash val="solid"/>
            <a:tailEnd type="triangle" w="med" len="med"/>
          </a:ln>
        </p:spPr>
      </p:cxnSp>
      <p:sp>
        <p:nvSpPr>
          <p:cNvPr id="64" name="vlm-depth-2">
            <a:extLst>
              <a:ext uri="{FF2B5EF4-FFF2-40B4-BE49-F238E27FC236}">
                <a16:creationId xmlns:a16="http://schemas.microsoft.com/office/drawing/2014/main" id="{13EAA441-84DD-445D-B68B-E3C51EC7B51C}"/>
              </a:ext>
            </a:extLst>
          </p:cNvPr>
          <p:cNvSpPr>
            <a:spLocks noGrp="1"/>
          </p:cNvSpPr>
          <p:nvPr/>
        </p:nvSpPr>
        <p:spPr>
          <a:xfrm>
            <a:off x="1733550" y="5743575"/>
            <a:ext cx="4572000" cy="857250"/>
          </a:xfrm>
          <a:prstGeom prst="rect">
            <a:avLst/>
          </a:prstGeom>
          <a:solidFill>
            <a:srgbClr val="F7F9FC"/>
          </a:solidFill>
          <a:ln w="13335">
            <a:solidFill>
              <a:srgbClr val="9CB3C5"/>
            </a:solidFill>
            <a:prstDash val="solid"/>
          </a:ln>
        </p:spPr>
      </p:sp>
      <p:sp>
        <p:nvSpPr>
          <p:cNvPr id="65" name="vlm-depth-1">
            <a:extLst>
              <a:ext uri="{FF2B5EF4-FFF2-40B4-BE49-F238E27FC236}">
                <a16:creationId xmlns:a16="http://schemas.microsoft.com/office/drawing/2014/main" id="{68B281F3-7CDE-4DFD-8A58-690777AB0B62}"/>
              </a:ext>
            </a:extLst>
          </p:cNvPr>
          <p:cNvSpPr>
            <a:spLocks noGrp="1"/>
          </p:cNvSpPr>
          <p:nvPr/>
        </p:nvSpPr>
        <p:spPr>
          <a:xfrm>
            <a:off x="1676400" y="5800725"/>
            <a:ext cx="4572000" cy="857250"/>
          </a:xfrm>
          <a:prstGeom prst="rect">
            <a:avLst/>
          </a:prstGeom>
          <a:solidFill>
            <a:srgbClr val="F1F5F9"/>
          </a:solidFill>
          <a:ln w="13335">
            <a:solidFill>
              <a:srgbClr val="6D91AC"/>
            </a:solidFill>
            <a:prstDash val="solid"/>
          </a:ln>
        </p:spPr>
      </p:sp>
      <p:sp>
        <p:nvSpPr>
          <p:cNvPr id="66" name="shared-vlm">
            <a:extLst>
              <a:ext uri="{FF2B5EF4-FFF2-40B4-BE49-F238E27FC236}">
                <a16:creationId xmlns:a16="http://schemas.microsoft.com/office/drawing/2014/main" id="{C12FB62F-D963-47F3-B5ED-49D53F02BCDD}"/>
              </a:ext>
            </a:extLst>
          </p:cNvPr>
          <p:cNvSpPr>
            <a:spLocks noGrp="1"/>
          </p:cNvSpPr>
          <p:nvPr/>
        </p:nvSpPr>
        <p:spPr>
          <a:xfrm>
            <a:off x="1619250" y="5857875"/>
            <a:ext cx="4572000" cy="857250"/>
          </a:xfrm>
          <a:prstGeom prst="rect">
            <a:avLst/>
          </a:prstGeom>
          <a:solidFill>
            <a:srgbClr val="EAF1F6"/>
          </a:solidFill>
          <a:ln w="17145">
            <a:solidFill>
              <a:srgbClr val="315E80"/>
            </a:solidFill>
            <a:prstDash val="solid"/>
          </a:ln>
        </p:spPr>
      </p:sp>
      <p:sp>
        <p:nvSpPr>
          <p:cNvPr id="67" name="shared-vlm-text">
            <a:extLst>
              <a:ext uri="{FF2B5EF4-FFF2-40B4-BE49-F238E27FC236}">
                <a16:creationId xmlns:a16="http://schemas.microsoft.com/office/drawing/2014/main" id="{AFF6CF02-CF19-41C2-80DE-B69C04278525}"/>
              </a:ext>
            </a:extLst>
          </p:cNvPr>
          <p:cNvSpPr>
            <a:spLocks noGrp="1"/>
          </p:cNvSpPr>
          <p:nvPr/>
        </p:nvSpPr>
        <p:spPr>
          <a:xfrm>
            <a:off x="1714500" y="5905500"/>
            <a:ext cx="4381500" cy="762000"/>
          </a:xfrm>
          <a:prstGeom prst="rect">
            <a:avLst/>
          </a:prstGeom>
          <a:noFill/>
          <a:ln w="0">
            <a:noFill/>
          </a:ln>
        </p:spPr>
        <p:txBody>
          <a:bodyPr wrap="none" lIns="0" tIns="0" rIns="0" bIns="0" anchor="ctr">
            <a:noAutofit/>
          </a:bodyPr>
          <a:lstStyle>
            <a:defPPr algn="ctr">
              <a:defRPr sz="2850" b="0">
                <a:solidFill>
                  <a:srgbClr val="222222"/>
                </a:solidFill>
                <a:latin typeface="Noto Sans CJK SC"/>
                <a:ea typeface="Noto Sans CJK SC"/>
                <a:cs typeface="Noto Sans CJK SC"/>
              </a:defRPr>
            </a:defPPr>
            <a:lvl1pPr algn="ctr">
              <a:defRPr sz="2850" b="0">
                <a:solidFill>
                  <a:srgbClr val="222222"/>
                </a:solidFill>
                <a:latin typeface="Noto Sans CJK SC"/>
                <a:ea typeface="Noto Sans CJK SC"/>
                <a:cs typeface="Noto Sans CJK SC"/>
              </a:defRPr>
            </a:lvl1pPr>
            <a:lvl2pPr algn="ctr">
              <a:defRPr sz="2850" b="0">
                <a:solidFill>
                  <a:srgbClr val="222222"/>
                </a:solidFill>
                <a:latin typeface="Noto Sans CJK SC"/>
                <a:ea typeface="Noto Sans CJK SC"/>
                <a:cs typeface="Noto Sans CJK SC"/>
              </a:defRPr>
            </a:lvl2pPr>
            <a:lvl3pPr algn="ctr">
              <a:defRPr sz="2850" b="0">
                <a:solidFill>
                  <a:srgbClr val="222222"/>
                </a:solidFill>
                <a:latin typeface="Noto Sans CJK SC"/>
                <a:ea typeface="Noto Sans CJK SC"/>
                <a:cs typeface="Noto Sans CJK SC"/>
              </a:defRPr>
            </a:lvl3pPr>
            <a:lvl4pPr algn="ctr">
              <a:defRPr sz="2850" b="0">
                <a:solidFill>
                  <a:srgbClr val="222222"/>
                </a:solidFill>
                <a:latin typeface="Noto Sans CJK SC"/>
                <a:ea typeface="Noto Sans CJK SC"/>
                <a:cs typeface="Noto Sans CJK SC"/>
              </a:defRPr>
            </a:lvl4pPr>
            <a:lvl5pPr algn="ctr">
              <a:defRPr sz="2850" b="0">
                <a:solidFill>
                  <a:srgbClr val="222222"/>
                </a:solidFill>
                <a:latin typeface="Noto Sans CJK SC"/>
                <a:ea typeface="Noto Sans CJK SC"/>
                <a:cs typeface="Noto Sans CJK SC"/>
              </a:defRPr>
            </a:lvl5pPr>
            <a:lvl6pPr algn="ctr">
              <a:defRPr sz="2850" b="0">
                <a:solidFill>
                  <a:srgbClr val="222222"/>
                </a:solidFill>
                <a:latin typeface="Noto Sans CJK SC"/>
                <a:ea typeface="Noto Sans CJK SC"/>
                <a:cs typeface="Noto Sans CJK SC"/>
              </a:defRPr>
            </a:lvl6pPr>
            <a:lvl7pPr algn="ctr">
              <a:defRPr sz="2850" b="0">
                <a:solidFill>
                  <a:srgbClr val="222222"/>
                </a:solidFill>
                <a:latin typeface="Noto Sans CJK SC"/>
                <a:ea typeface="Noto Sans CJK SC"/>
                <a:cs typeface="Noto Sans CJK SC"/>
              </a:defRPr>
            </a:lvl7pPr>
            <a:lvl8pPr algn="ctr">
              <a:defRPr sz="2850" b="0">
                <a:solidFill>
                  <a:srgbClr val="222222"/>
                </a:solidFill>
                <a:latin typeface="Noto Sans CJK SC"/>
                <a:ea typeface="Noto Sans CJK SC"/>
                <a:cs typeface="Noto Sans CJK SC"/>
              </a:defRPr>
            </a:lvl8pPr>
            <a:lvl9pPr algn="ctr">
              <a:defRPr sz="2850" b="0">
                <a:solidFill>
                  <a:srgbClr val="222222"/>
                </a:solidFill>
                <a:latin typeface="Noto Sans CJK SC"/>
                <a:ea typeface="Noto Sans CJK SC"/>
                <a:cs typeface="Noto Sans CJK SC"/>
              </a:defRPr>
            </a:lvl9pPr>
          </a:lstStyle>
          <a:p>
            <a:pPr algn="ctr">
              <a:defRPr sz="2850" b="0">
                <a:solidFill>
                  <a:srgbClr val="222222"/>
                </a:solidFill>
                <a:latin typeface="Noto Sans CJK SC"/>
                <a:ea typeface="Noto Sans CJK SC"/>
                <a:cs typeface="Noto Sans CJK SC"/>
              </a:defRPr>
            </a:pPr>
            <a:r>
              <a:rPr sz="2850" b="0">
                <a:solidFill>
                  <a:srgbClr val="222222"/>
                </a:solidFill>
                <a:latin typeface="Noto Sans CJK SC"/>
                <a:ea typeface="Noto Sans CJK SC"/>
                <a:cs typeface="Noto Sans CJK SC"/>
              </a:rPr>
              <a:t>共享 VLM θ</a:t>
            </a:r>
          </a:p>
        </p:txBody>
      </p:sp>
      <p:sp>
        <p:nvSpPr>
          <p:cNvPr id="68" name="expert-depth-2">
            <a:extLst>
              <a:ext uri="{FF2B5EF4-FFF2-40B4-BE49-F238E27FC236}">
                <a16:creationId xmlns:a16="http://schemas.microsoft.com/office/drawing/2014/main" id="{E3F2087F-64D3-4AEE-9CCF-707E33B07AD6}"/>
              </a:ext>
            </a:extLst>
          </p:cNvPr>
          <p:cNvSpPr>
            <a:spLocks noGrp="1"/>
          </p:cNvSpPr>
          <p:nvPr/>
        </p:nvSpPr>
        <p:spPr>
          <a:xfrm>
            <a:off x="10687050" y="5743575"/>
            <a:ext cx="3810000" cy="857250"/>
          </a:xfrm>
          <a:prstGeom prst="rect">
            <a:avLst/>
          </a:prstGeom>
          <a:solidFill>
            <a:srgbClr val="F7F9FC"/>
          </a:solidFill>
          <a:ln w="13335">
            <a:solidFill>
              <a:srgbClr val="9CB3C5"/>
            </a:solidFill>
            <a:prstDash val="solid"/>
          </a:ln>
        </p:spPr>
      </p:sp>
      <p:sp>
        <p:nvSpPr>
          <p:cNvPr id="69" name="expert-depth-1">
            <a:extLst>
              <a:ext uri="{FF2B5EF4-FFF2-40B4-BE49-F238E27FC236}">
                <a16:creationId xmlns:a16="http://schemas.microsoft.com/office/drawing/2014/main" id="{2ED1E82A-1E82-44EF-9F96-66A96B3C303F}"/>
              </a:ext>
            </a:extLst>
          </p:cNvPr>
          <p:cNvSpPr>
            <a:spLocks noGrp="1"/>
          </p:cNvSpPr>
          <p:nvPr/>
        </p:nvSpPr>
        <p:spPr>
          <a:xfrm>
            <a:off x="10629900" y="5800725"/>
            <a:ext cx="3810000" cy="857250"/>
          </a:xfrm>
          <a:prstGeom prst="rect">
            <a:avLst/>
          </a:prstGeom>
          <a:solidFill>
            <a:srgbClr val="F1F5F9"/>
          </a:solidFill>
          <a:ln w="13335">
            <a:solidFill>
              <a:srgbClr val="6D91AC"/>
            </a:solidFill>
            <a:prstDash val="solid"/>
          </a:ln>
        </p:spPr>
      </p:sp>
      <p:sp>
        <p:nvSpPr>
          <p:cNvPr id="70" name="action-expert">
            <a:extLst>
              <a:ext uri="{FF2B5EF4-FFF2-40B4-BE49-F238E27FC236}">
                <a16:creationId xmlns:a16="http://schemas.microsoft.com/office/drawing/2014/main" id="{AA0D78BD-568B-4E1F-8F05-F93D328E037F}"/>
              </a:ext>
            </a:extLst>
          </p:cNvPr>
          <p:cNvSpPr>
            <a:spLocks noGrp="1"/>
          </p:cNvSpPr>
          <p:nvPr/>
        </p:nvSpPr>
        <p:spPr>
          <a:xfrm>
            <a:off x="10572750" y="5857875"/>
            <a:ext cx="3810000" cy="857250"/>
          </a:xfrm>
          <a:prstGeom prst="rect">
            <a:avLst/>
          </a:prstGeom>
          <a:solidFill>
            <a:srgbClr val="EAF1F6"/>
          </a:solidFill>
          <a:ln w="17145">
            <a:solidFill>
              <a:srgbClr val="315E80"/>
            </a:solidFill>
            <a:prstDash val="solid"/>
          </a:ln>
        </p:spPr>
      </p:sp>
      <p:sp>
        <p:nvSpPr>
          <p:cNvPr id="71" name="action-expert-text">
            <a:extLst>
              <a:ext uri="{FF2B5EF4-FFF2-40B4-BE49-F238E27FC236}">
                <a16:creationId xmlns:a16="http://schemas.microsoft.com/office/drawing/2014/main" id="{077634DC-B8E7-445B-A226-E42B4AD667D5}"/>
              </a:ext>
            </a:extLst>
          </p:cNvPr>
          <p:cNvSpPr>
            <a:spLocks noGrp="1"/>
          </p:cNvSpPr>
          <p:nvPr/>
        </p:nvSpPr>
        <p:spPr>
          <a:xfrm>
            <a:off x="10668000" y="5905500"/>
            <a:ext cx="3619500" cy="762000"/>
          </a:xfrm>
          <a:prstGeom prst="rect">
            <a:avLst/>
          </a:prstGeom>
          <a:noFill/>
          <a:ln w="0">
            <a:noFill/>
          </a:ln>
        </p:spPr>
        <p:txBody>
          <a:bodyPr wrap="none" lIns="0" tIns="0" rIns="0" bIns="0" anchor="ctr">
            <a:noAutofit/>
          </a:bodyPr>
          <a:lstStyle>
            <a:defPPr algn="ctr">
              <a:defRPr sz="2700" b="0">
                <a:solidFill>
                  <a:srgbClr val="222222"/>
                </a:solidFill>
                <a:latin typeface="Noto Sans CJK SC"/>
                <a:ea typeface="Noto Sans CJK SC"/>
                <a:cs typeface="Noto Sans CJK SC"/>
              </a:defRPr>
            </a:defPPr>
            <a:lvl1pPr algn="ctr">
              <a:defRPr sz="2700" b="0">
                <a:solidFill>
                  <a:srgbClr val="222222"/>
                </a:solidFill>
                <a:latin typeface="Noto Sans CJK SC"/>
                <a:ea typeface="Noto Sans CJK SC"/>
                <a:cs typeface="Noto Sans CJK SC"/>
              </a:defRPr>
            </a:lvl1pPr>
            <a:lvl2pPr algn="ctr">
              <a:defRPr sz="2700" b="0">
                <a:solidFill>
                  <a:srgbClr val="222222"/>
                </a:solidFill>
                <a:latin typeface="Noto Sans CJK SC"/>
                <a:ea typeface="Noto Sans CJK SC"/>
                <a:cs typeface="Noto Sans CJK SC"/>
              </a:defRPr>
            </a:lvl2pPr>
            <a:lvl3pPr algn="ctr">
              <a:defRPr sz="2700" b="0">
                <a:solidFill>
                  <a:srgbClr val="222222"/>
                </a:solidFill>
                <a:latin typeface="Noto Sans CJK SC"/>
                <a:ea typeface="Noto Sans CJK SC"/>
                <a:cs typeface="Noto Sans CJK SC"/>
              </a:defRPr>
            </a:lvl3pPr>
            <a:lvl4pPr algn="ctr">
              <a:defRPr sz="2700" b="0">
                <a:solidFill>
                  <a:srgbClr val="222222"/>
                </a:solidFill>
                <a:latin typeface="Noto Sans CJK SC"/>
                <a:ea typeface="Noto Sans CJK SC"/>
                <a:cs typeface="Noto Sans CJK SC"/>
              </a:defRPr>
            </a:lvl4pPr>
            <a:lvl5pPr algn="ctr">
              <a:defRPr sz="2700" b="0">
                <a:solidFill>
                  <a:srgbClr val="222222"/>
                </a:solidFill>
                <a:latin typeface="Noto Sans CJK SC"/>
                <a:ea typeface="Noto Sans CJK SC"/>
                <a:cs typeface="Noto Sans CJK SC"/>
              </a:defRPr>
            </a:lvl5pPr>
            <a:lvl6pPr algn="ctr">
              <a:defRPr sz="2700" b="0">
                <a:solidFill>
                  <a:srgbClr val="222222"/>
                </a:solidFill>
                <a:latin typeface="Noto Sans CJK SC"/>
                <a:ea typeface="Noto Sans CJK SC"/>
                <a:cs typeface="Noto Sans CJK SC"/>
              </a:defRPr>
            </a:lvl6pPr>
            <a:lvl7pPr algn="ctr">
              <a:defRPr sz="2700" b="0">
                <a:solidFill>
                  <a:srgbClr val="222222"/>
                </a:solidFill>
                <a:latin typeface="Noto Sans CJK SC"/>
                <a:ea typeface="Noto Sans CJK SC"/>
                <a:cs typeface="Noto Sans CJK SC"/>
              </a:defRPr>
            </a:lvl7pPr>
            <a:lvl8pPr algn="ctr">
              <a:defRPr sz="2700" b="0">
                <a:solidFill>
                  <a:srgbClr val="222222"/>
                </a:solidFill>
                <a:latin typeface="Noto Sans CJK SC"/>
                <a:ea typeface="Noto Sans CJK SC"/>
                <a:cs typeface="Noto Sans CJK SC"/>
              </a:defRPr>
            </a:lvl8pPr>
            <a:lvl9pPr algn="ctr">
              <a:defRPr sz="2700" b="0">
                <a:solidFill>
                  <a:srgbClr val="222222"/>
                </a:solidFill>
                <a:latin typeface="Noto Sans CJK SC"/>
                <a:ea typeface="Noto Sans CJK SC"/>
                <a:cs typeface="Noto Sans CJK SC"/>
              </a:defRPr>
            </a:lvl9pPr>
          </a:lstStyle>
          <a:p>
            <a:pPr algn="ctr">
              <a:defRPr sz="2700" b="0">
                <a:solidFill>
                  <a:srgbClr val="222222"/>
                </a:solidFill>
                <a:latin typeface="Noto Sans CJK SC"/>
                <a:ea typeface="Noto Sans CJK SC"/>
                <a:cs typeface="Noto Sans CJK SC"/>
              </a:defRPr>
            </a:pPr>
            <a:r>
              <a:rPr sz="2700" b="0">
                <a:solidFill>
                  <a:srgbClr val="222222"/>
                </a:solidFill>
                <a:latin typeface="Noto Sans CJK SC"/>
                <a:ea typeface="Noto Sans CJK SC"/>
                <a:cs typeface="Noto Sans CJK SC"/>
              </a:rPr>
              <a:t>连续动作专家 φ</a:t>
            </a:r>
          </a:p>
        </p:txBody>
      </p:sp>
      <p:cxnSp>
        <p:nvCxnSpPr>
          <p:cNvPr id="72" name="prefix-to-sg">
            <a:extLst>
              <a:ext uri="{FF2B5EF4-FFF2-40B4-BE49-F238E27FC236}">
                <a16:creationId xmlns:a16="http://schemas.microsoft.com/office/drawing/2014/main" id="{E88D7830-9FB3-489E-8D62-37095849A559}"/>
              </a:ext>
            </a:extLst>
          </p:cNvPr>
          <p:cNvCxnSpPr/>
          <p:nvPr/>
        </p:nvCxnSpPr>
        <p:spPr>
          <a:xfrm flipH="0" flipV="0">
            <a:off x="6191250" y="6286500"/>
            <a:ext cx="2143125" cy="0"/>
          </a:xfrm>
          <a:prstGeom prst="straightConnector1">
            <a:avLst/>
          </a:prstGeom>
          <a:ln w="20955">
            <a:solidFill>
              <a:srgbClr val="315E80"/>
            </a:solidFill>
            <a:prstDash val="solid"/>
            <a:tailEnd type="triangle" w="med" len="med"/>
          </a:ln>
        </p:spPr>
      </p:cxnSp>
      <p:sp>
        <p:nvSpPr>
          <p:cNvPr id="73" name="stop-gradient">
            <a:extLst>
              <a:ext uri="{FF2B5EF4-FFF2-40B4-BE49-F238E27FC236}">
                <a16:creationId xmlns:a16="http://schemas.microsoft.com/office/drawing/2014/main" id="{39BDD7F4-5DA7-46AA-9749-36B44A0B9D2F}"/>
              </a:ext>
            </a:extLst>
          </p:cNvPr>
          <p:cNvSpPr>
            <a:spLocks noGrp="1"/>
          </p:cNvSpPr>
          <p:nvPr/>
        </p:nvSpPr>
        <p:spPr>
          <a:xfrm>
            <a:off x="8334375" y="6076950"/>
            <a:ext cx="790575" cy="419100"/>
          </a:xfrm>
          <a:prstGeom prst="rect">
            <a:avLst/>
          </a:prstGeom>
          <a:solidFill>
            <a:srgbClr val="FFFFFF"/>
          </a:solidFill>
          <a:ln w="17145">
            <a:solidFill>
              <a:srgbClr val="B3595E"/>
            </a:solidFill>
            <a:prstDash val="solid"/>
          </a:ln>
        </p:spPr>
      </p:sp>
      <p:sp>
        <p:nvSpPr>
          <p:cNvPr id="74" name="stop-gradient-text">
            <a:extLst>
              <a:ext uri="{FF2B5EF4-FFF2-40B4-BE49-F238E27FC236}">
                <a16:creationId xmlns:a16="http://schemas.microsoft.com/office/drawing/2014/main" id="{B407596E-F989-4D22-954B-DEDFFD477F7A}"/>
              </a:ext>
            </a:extLst>
          </p:cNvPr>
          <p:cNvSpPr>
            <a:spLocks noGrp="1"/>
          </p:cNvSpPr>
          <p:nvPr/>
        </p:nvSpPr>
        <p:spPr>
          <a:xfrm>
            <a:off x="8429625" y="6124575"/>
            <a:ext cx="600075" cy="323850"/>
          </a:xfrm>
          <a:prstGeom prst="rect">
            <a:avLst/>
          </a:prstGeom>
          <a:noFill/>
          <a:ln w="0">
            <a:noFill/>
          </a:ln>
        </p:spPr>
        <p:txBody>
          <a:bodyPr wrap="none" lIns="0" tIns="0" rIns="0" bIns="0" anchor="ctr">
            <a:noAutofit/>
          </a:bodyPr>
          <a:lstStyle>
            <a:defPPr algn="ctr">
              <a:defRPr sz="2175" b="0">
                <a:solidFill>
                  <a:srgbClr val="B3595E"/>
                </a:solidFill>
                <a:latin typeface="Noto Sans CJK SC"/>
                <a:ea typeface="Noto Sans CJK SC"/>
                <a:cs typeface="Noto Sans CJK SC"/>
              </a:defRPr>
            </a:defPPr>
            <a:lvl1pPr algn="ctr">
              <a:defRPr sz="2175" b="0">
                <a:solidFill>
                  <a:srgbClr val="B3595E"/>
                </a:solidFill>
                <a:latin typeface="Noto Sans CJK SC"/>
                <a:ea typeface="Noto Sans CJK SC"/>
                <a:cs typeface="Noto Sans CJK SC"/>
              </a:defRPr>
            </a:lvl1pPr>
            <a:lvl2pPr algn="ctr">
              <a:defRPr sz="2175" b="0">
                <a:solidFill>
                  <a:srgbClr val="B3595E"/>
                </a:solidFill>
                <a:latin typeface="Noto Sans CJK SC"/>
                <a:ea typeface="Noto Sans CJK SC"/>
                <a:cs typeface="Noto Sans CJK SC"/>
              </a:defRPr>
            </a:lvl2pPr>
            <a:lvl3pPr algn="ctr">
              <a:defRPr sz="2175" b="0">
                <a:solidFill>
                  <a:srgbClr val="B3595E"/>
                </a:solidFill>
                <a:latin typeface="Noto Sans CJK SC"/>
                <a:ea typeface="Noto Sans CJK SC"/>
                <a:cs typeface="Noto Sans CJK SC"/>
              </a:defRPr>
            </a:lvl3pPr>
            <a:lvl4pPr algn="ctr">
              <a:defRPr sz="2175" b="0">
                <a:solidFill>
                  <a:srgbClr val="B3595E"/>
                </a:solidFill>
                <a:latin typeface="Noto Sans CJK SC"/>
                <a:ea typeface="Noto Sans CJK SC"/>
                <a:cs typeface="Noto Sans CJK SC"/>
              </a:defRPr>
            </a:lvl4pPr>
            <a:lvl5pPr algn="ctr">
              <a:defRPr sz="2175" b="0">
                <a:solidFill>
                  <a:srgbClr val="B3595E"/>
                </a:solidFill>
                <a:latin typeface="Noto Sans CJK SC"/>
                <a:ea typeface="Noto Sans CJK SC"/>
                <a:cs typeface="Noto Sans CJK SC"/>
              </a:defRPr>
            </a:lvl5pPr>
            <a:lvl6pPr algn="ctr">
              <a:defRPr sz="2175" b="0">
                <a:solidFill>
                  <a:srgbClr val="B3595E"/>
                </a:solidFill>
                <a:latin typeface="Noto Sans CJK SC"/>
                <a:ea typeface="Noto Sans CJK SC"/>
                <a:cs typeface="Noto Sans CJK SC"/>
              </a:defRPr>
            </a:lvl6pPr>
            <a:lvl7pPr algn="ctr">
              <a:defRPr sz="2175" b="0">
                <a:solidFill>
                  <a:srgbClr val="B3595E"/>
                </a:solidFill>
                <a:latin typeface="Noto Sans CJK SC"/>
                <a:ea typeface="Noto Sans CJK SC"/>
                <a:cs typeface="Noto Sans CJK SC"/>
              </a:defRPr>
            </a:lvl7pPr>
            <a:lvl8pPr algn="ctr">
              <a:defRPr sz="2175" b="0">
                <a:solidFill>
                  <a:srgbClr val="B3595E"/>
                </a:solidFill>
                <a:latin typeface="Noto Sans CJK SC"/>
                <a:ea typeface="Noto Sans CJK SC"/>
                <a:cs typeface="Noto Sans CJK SC"/>
              </a:defRPr>
            </a:lvl8pPr>
            <a:lvl9pPr algn="ctr">
              <a:defRPr sz="2175" b="0">
                <a:solidFill>
                  <a:srgbClr val="B3595E"/>
                </a:solidFill>
                <a:latin typeface="Noto Sans CJK SC"/>
                <a:ea typeface="Noto Sans CJK SC"/>
                <a:cs typeface="Noto Sans CJK SC"/>
              </a:defRPr>
            </a:lvl9pPr>
          </a:lstStyle>
          <a:p>
            <a:pPr algn="ctr">
              <a:defRPr sz="2175" b="0">
                <a:solidFill>
                  <a:srgbClr val="B3595E"/>
                </a:solidFill>
                <a:latin typeface="Noto Sans CJK SC"/>
                <a:ea typeface="Noto Sans CJK SC"/>
                <a:cs typeface="Noto Sans CJK SC"/>
              </a:defRPr>
            </a:pPr>
            <a:r>
              <a:rPr sz="2175" b="0">
                <a:solidFill>
                  <a:srgbClr val="B3595E"/>
                </a:solidFill>
                <a:latin typeface="Noto Sans CJK SC"/>
                <a:ea typeface="Noto Sans CJK SC"/>
                <a:cs typeface="Noto Sans CJK SC"/>
              </a:rPr>
              <a:t>sg</a:t>
            </a:r>
          </a:p>
        </p:txBody>
      </p:sp>
      <p:cxnSp>
        <p:nvCxnSpPr>
          <p:cNvPr id="75" name="sg-to-expert">
            <a:extLst>
              <a:ext uri="{FF2B5EF4-FFF2-40B4-BE49-F238E27FC236}">
                <a16:creationId xmlns:a16="http://schemas.microsoft.com/office/drawing/2014/main" id="{FE42EFC2-2707-4E2B-8976-96EC27E81033}"/>
              </a:ext>
            </a:extLst>
          </p:cNvPr>
          <p:cNvCxnSpPr/>
          <p:nvPr/>
        </p:nvCxnSpPr>
        <p:spPr>
          <a:xfrm flipH="0" flipV="0">
            <a:off x="9124950" y="6286500"/>
            <a:ext cx="1447800" cy="0"/>
          </a:xfrm>
          <a:prstGeom prst="straightConnector1">
            <a:avLst/>
          </a:prstGeom>
          <a:ln w="20955">
            <a:solidFill>
              <a:srgbClr val="315E80"/>
            </a:solidFill>
            <a:prstDash val="solid"/>
            <a:tailEnd type="triangle" w="med" len="med"/>
          </a:ln>
        </p:spPr>
      </p:cxnSp>
      <p:sp>
        <p:nvSpPr>
          <p:cNvPr id="76" name="hidden-prefix">
            <a:extLst>
              <a:ext uri="{FF2B5EF4-FFF2-40B4-BE49-F238E27FC236}">
                <a16:creationId xmlns:a16="http://schemas.microsoft.com/office/drawing/2014/main" id="{49331686-F68E-4B4C-8301-57AF8CE2148B}"/>
              </a:ext>
            </a:extLst>
          </p:cNvPr>
          <p:cNvSpPr>
            <a:spLocks noGrp="1"/>
          </p:cNvSpPr>
          <p:nvPr/>
        </p:nvSpPr>
        <p:spPr>
          <a:xfrm>
            <a:off x="6657975" y="5657850"/>
            <a:ext cx="3429000" cy="361950"/>
          </a:xfrm>
          <a:prstGeom prst="rect">
            <a:avLst/>
          </a:prstGeom>
          <a:noFill/>
          <a:ln w="0">
            <a:noFill/>
          </a:ln>
        </p:spPr>
        <p:txBody>
          <a:bodyPr wrap="none" lIns="0" tIns="0" rIns="0" bIns="0" anchor="ctr">
            <a:noAutofit/>
          </a:bodyPr>
          <a:lstStyle>
            <a:defPPr algn="ctr">
              <a:defRPr sz="2175" b="0">
                <a:solidFill>
                  <a:srgbClr val="315E80"/>
                </a:solidFill>
                <a:latin typeface="Noto Sans CJK SC"/>
                <a:ea typeface="Noto Sans CJK SC"/>
                <a:cs typeface="Noto Sans CJK SC"/>
              </a:defRPr>
            </a:defPPr>
            <a:lvl1pPr algn="ctr">
              <a:defRPr sz="2175" b="0">
                <a:solidFill>
                  <a:srgbClr val="315E80"/>
                </a:solidFill>
                <a:latin typeface="Noto Sans CJK SC"/>
                <a:ea typeface="Noto Sans CJK SC"/>
                <a:cs typeface="Noto Sans CJK SC"/>
              </a:defRPr>
            </a:lvl1pPr>
            <a:lvl2pPr algn="ctr">
              <a:defRPr sz="2175" b="0">
                <a:solidFill>
                  <a:srgbClr val="315E80"/>
                </a:solidFill>
                <a:latin typeface="Noto Sans CJK SC"/>
                <a:ea typeface="Noto Sans CJK SC"/>
                <a:cs typeface="Noto Sans CJK SC"/>
              </a:defRPr>
            </a:lvl2pPr>
            <a:lvl3pPr algn="ctr">
              <a:defRPr sz="2175" b="0">
                <a:solidFill>
                  <a:srgbClr val="315E80"/>
                </a:solidFill>
                <a:latin typeface="Noto Sans CJK SC"/>
                <a:ea typeface="Noto Sans CJK SC"/>
                <a:cs typeface="Noto Sans CJK SC"/>
              </a:defRPr>
            </a:lvl3pPr>
            <a:lvl4pPr algn="ctr">
              <a:defRPr sz="2175" b="0">
                <a:solidFill>
                  <a:srgbClr val="315E80"/>
                </a:solidFill>
                <a:latin typeface="Noto Sans CJK SC"/>
                <a:ea typeface="Noto Sans CJK SC"/>
                <a:cs typeface="Noto Sans CJK SC"/>
              </a:defRPr>
            </a:lvl4pPr>
            <a:lvl5pPr algn="ctr">
              <a:defRPr sz="2175" b="0">
                <a:solidFill>
                  <a:srgbClr val="315E80"/>
                </a:solidFill>
                <a:latin typeface="Noto Sans CJK SC"/>
                <a:ea typeface="Noto Sans CJK SC"/>
                <a:cs typeface="Noto Sans CJK SC"/>
              </a:defRPr>
            </a:lvl5pPr>
            <a:lvl6pPr algn="ctr">
              <a:defRPr sz="2175" b="0">
                <a:solidFill>
                  <a:srgbClr val="315E80"/>
                </a:solidFill>
                <a:latin typeface="Noto Sans CJK SC"/>
                <a:ea typeface="Noto Sans CJK SC"/>
                <a:cs typeface="Noto Sans CJK SC"/>
              </a:defRPr>
            </a:lvl6pPr>
            <a:lvl7pPr algn="ctr">
              <a:defRPr sz="2175" b="0">
                <a:solidFill>
                  <a:srgbClr val="315E80"/>
                </a:solidFill>
                <a:latin typeface="Noto Sans CJK SC"/>
                <a:ea typeface="Noto Sans CJK SC"/>
                <a:cs typeface="Noto Sans CJK SC"/>
              </a:defRPr>
            </a:lvl7pPr>
            <a:lvl8pPr algn="ctr">
              <a:defRPr sz="2175" b="0">
                <a:solidFill>
                  <a:srgbClr val="315E80"/>
                </a:solidFill>
                <a:latin typeface="Noto Sans CJK SC"/>
                <a:ea typeface="Noto Sans CJK SC"/>
                <a:cs typeface="Noto Sans CJK SC"/>
              </a:defRPr>
            </a:lvl8pPr>
            <a:lvl9pPr algn="ctr">
              <a:defRPr sz="2175" b="0">
                <a:solidFill>
                  <a:srgbClr val="315E80"/>
                </a:solidFill>
                <a:latin typeface="Noto Sans CJK SC"/>
                <a:ea typeface="Noto Sans CJK SC"/>
                <a:cs typeface="Noto Sans CJK SC"/>
              </a:defRPr>
            </a:lvl9pPr>
          </a:lstStyle>
          <a:p>
            <a:pPr algn="ctr">
              <a:defRPr sz="2175" b="0">
                <a:solidFill>
                  <a:srgbClr val="315E80"/>
                </a:solidFill>
                <a:latin typeface="Noto Sans CJK SC"/>
                <a:ea typeface="Noto Sans CJK SC"/>
                <a:cs typeface="Noto Sans CJK SC"/>
              </a:defRPr>
            </a:pPr>
            <a:r>
              <a:rPr sz="2175" b="0">
                <a:solidFill>
                  <a:srgbClr val="315E80"/>
                </a:solidFill>
                <a:latin typeface="Noto Sans CJK SC"/>
                <a:ea typeface="Noto Sans CJK SC"/>
                <a:cs typeface="Noto Sans CJK SC"/>
              </a:rPr>
              <a:t>前缀隐藏 K/V</a:t>
            </a:r>
          </a:p>
        </p:txBody>
      </p:sp>
      <p:sp>
        <p:nvSpPr>
          <p:cNvPr id="77" name="exclude-fast-labels">
            <a:extLst>
              <a:ext uri="{FF2B5EF4-FFF2-40B4-BE49-F238E27FC236}">
                <a16:creationId xmlns:a16="http://schemas.microsoft.com/office/drawing/2014/main" id="{472C2EE5-7471-4027-ACB0-AC0C681DFE16}"/>
              </a:ext>
            </a:extLst>
          </p:cNvPr>
          <p:cNvSpPr>
            <a:spLocks noGrp="1"/>
          </p:cNvSpPr>
          <p:nvPr/>
        </p:nvSpPr>
        <p:spPr>
          <a:xfrm>
            <a:off x="6667500" y="6696075"/>
            <a:ext cx="2381250" cy="333375"/>
          </a:xfrm>
          <a:prstGeom prst="rect">
            <a:avLst/>
          </a:prstGeom>
          <a:noFill/>
          <a:ln w="0">
            <a:noFill/>
          </a:ln>
        </p:spPr>
        <p:txBody>
          <a:bodyPr wrap="none" lIns="0" tIns="0" rIns="0" bIns="0" anchor="ctr">
            <a:noAutofit/>
          </a:bodyPr>
          <a:lstStyle>
            <a:defPPr algn="ctr">
              <a:defRPr sz="1875" b="0">
                <a:solidFill>
                  <a:srgbClr val="64686C"/>
                </a:solidFill>
                <a:latin typeface="Noto Sans CJK SC"/>
                <a:ea typeface="Noto Sans CJK SC"/>
                <a:cs typeface="Noto Sans CJK SC"/>
              </a:defRPr>
            </a:defPPr>
            <a:lvl1pPr algn="ctr">
              <a:defRPr sz="1875" b="0">
                <a:solidFill>
                  <a:srgbClr val="64686C"/>
                </a:solidFill>
                <a:latin typeface="Noto Sans CJK SC"/>
                <a:ea typeface="Noto Sans CJK SC"/>
                <a:cs typeface="Noto Sans CJK SC"/>
              </a:defRPr>
            </a:lvl1pPr>
            <a:lvl2pPr algn="ctr">
              <a:defRPr sz="1875" b="0">
                <a:solidFill>
                  <a:srgbClr val="64686C"/>
                </a:solidFill>
                <a:latin typeface="Noto Sans CJK SC"/>
                <a:ea typeface="Noto Sans CJK SC"/>
                <a:cs typeface="Noto Sans CJK SC"/>
              </a:defRPr>
            </a:lvl2pPr>
            <a:lvl3pPr algn="ctr">
              <a:defRPr sz="1875" b="0">
                <a:solidFill>
                  <a:srgbClr val="64686C"/>
                </a:solidFill>
                <a:latin typeface="Noto Sans CJK SC"/>
                <a:ea typeface="Noto Sans CJK SC"/>
                <a:cs typeface="Noto Sans CJK SC"/>
              </a:defRPr>
            </a:lvl3pPr>
            <a:lvl4pPr algn="ctr">
              <a:defRPr sz="1875" b="0">
                <a:solidFill>
                  <a:srgbClr val="64686C"/>
                </a:solidFill>
                <a:latin typeface="Noto Sans CJK SC"/>
                <a:ea typeface="Noto Sans CJK SC"/>
                <a:cs typeface="Noto Sans CJK SC"/>
              </a:defRPr>
            </a:lvl4pPr>
            <a:lvl5pPr algn="ctr">
              <a:defRPr sz="1875" b="0">
                <a:solidFill>
                  <a:srgbClr val="64686C"/>
                </a:solidFill>
                <a:latin typeface="Noto Sans CJK SC"/>
                <a:ea typeface="Noto Sans CJK SC"/>
                <a:cs typeface="Noto Sans CJK SC"/>
              </a:defRPr>
            </a:lvl5pPr>
            <a:lvl6pPr algn="ctr">
              <a:defRPr sz="1875" b="0">
                <a:solidFill>
                  <a:srgbClr val="64686C"/>
                </a:solidFill>
                <a:latin typeface="Noto Sans CJK SC"/>
                <a:ea typeface="Noto Sans CJK SC"/>
                <a:cs typeface="Noto Sans CJK SC"/>
              </a:defRPr>
            </a:lvl6pPr>
            <a:lvl7pPr algn="ctr">
              <a:defRPr sz="1875" b="0">
                <a:solidFill>
                  <a:srgbClr val="64686C"/>
                </a:solidFill>
                <a:latin typeface="Noto Sans CJK SC"/>
                <a:ea typeface="Noto Sans CJK SC"/>
                <a:cs typeface="Noto Sans CJK SC"/>
              </a:defRPr>
            </a:lvl7pPr>
            <a:lvl8pPr algn="ctr">
              <a:defRPr sz="1875" b="0">
                <a:solidFill>
                  <a:srgbClr val="64686C"/>
                </a:solidFill>
                <a:latin typeface="Noto Sans CJK SC"/>
                <a:ea typeface="Noto Sans CJK SC"/>
                <a:cs typeface="Noto Sans CJK SC"/>
              </a:defRPr>
            </a:lvl8pPr>
            <a:lvl9pPr algn="ctr">
              <a:defRPr sz="1875" b="0">
                <a:solidFill>
                  <a:srgbClr val="64686C"/>
                </a:solidFill>
                <a:latin typeface="Noto Sans CJK SC"/>
                <a:ea typeface="Noto Sans CJK SC"/>
                <a:cs typeface="Noto Sans CJK SC"/>
              </a:defRPr>
            </a:lvl9pPr>
          </a:lstStyle>
          <a:p>
            <a:pPr algn="ctr">
              <a:defRPr sz="1875" b="0">
                <a:solidFill>
                  <a:srgbClr val="64686C"/>
                </a:solidFill>
                <a:latin typeface="Noto Sans CJK SC"/>
                <a:ea typeface="Noto Sans CJK SC"/>
                <a:cs typeface="Noto Sans CJK SC"/>
              </a:defRPr>
            </a:pPr>
            <a:r>
              <a:rPr sz="1875" b="0">
                <a:solidFill>
                  <a:srgbClr val="64686C"/>
                </a:solidFill>
                <a:latin typeface="Noto Sans CJK SC"/>
                <a:ea typeface="Noto Sans CJK SC"/>
                <a:cs typeface="Noto Sans CJK SC"/>
              </a:rPr>
              <a:t>不含FAST答案</a:t>
            </a:r>
          </a:p>
        </p:txBody>
      </p:sp>
      <p:cxnSp>
        <p:nvCxnSpPr>
          <p:cNvPr id="78" name="expert-back-to-interface-v">
            <a:extLst>
              <a:ext uri="{FF2B5EF4-FFF2-40B4-BE49-F238E27FC236}">
                <a16:creationId xmlns:a16="http://schemas.microsoft.com/office/drawing/2014/main" id="{14563FDB-0E00-41D2-8F5E-941585541FAD}"/>
              </a:ext>
            </a:extLst>
          </p:cNvPr>
          <p:cNvCxnSpPr/>
          <p:nvPr/>
        </p:nvCxnSpPr>
        <p:spPr>
          <a:xfrm flipH="0" flipV="0">
            <a:off x="10086975" y="6286500"/>
            <a:ext cx="0" cy="942975"/>
          </a:xfrm>
          <a:prstGeom prst="straightConnector1">
            <a:avLst/>
          </a:prstGeom>
          <a:ln w="20955">
            <a:solidFill>
              <a:srgbClr val="B3595E"/>
            </a:solidFill>
            <a:prstDash val="dash"/>
            <a:tailEnd type="none" w="med" len="med"/>
          </a:ln>
        </p:spPr>
      </p:cxnSp>
      <p:cxnSp>
        <p:nvCxnSpPr>
          <p:cNvPr id="79" name="expert-back-to-interface-h">
            <a:extLst>
              <a:ext uri="{FF2B5EF4-FFF2-40B4-BE49-F238E27FC236}">
                <a16:creationId xmlns:a16="http://schemas.microsoft.com/office/drawing/2014/main" id="{77216C67-25FB-49FF-9538-074D816E4A84}"/>
              </a:ext>
            </a:extLst>
          </p:cNvPr>
          <p:cNvCxnSpPr/>
          <p:nvPr/>
        </p:nvCxnSpPr>
        <p:spPr>
          <a:xfrm flipH="1" flipV="0">
            <a:off x="8734425" y="7229475"/>
            <a:ext cx="1352550" cy="0"/>
          </a:xfrm>
          <a:prstGeom prst="straightConnector1">
            <a:avLst/>
          </a:prstGeom>
          <a:ln w="20955">
            <a:solidFill>
              <a:srgbClr val="B3595E"/>
            </a:solidFill>
            <a:prstDash val="dash"/>
            <a:tailEnd type="none" w="med" len="med"/>
          </a:ln>
        </p:spPr>
      </p:cxnSp>
      <p:cxnSp>
        <p:nvCxnSpPr>
          <p:cNvPr id="80" name="stop-gradient-mark">
            <a:extLst>
              <a:ext uri="{FF2B5EF4-FFF2-40B4-BE49-F238E27FC236}">
                <a16:creationId xmlns:a16="http://schemas.microsoft.com/office/drawing/2014/main" id="{2BF12205-8B0F-4CC3-A134-98426D08DE87}"/>
              </a:ext>
            </a:extLst>
          </p:cNvPr>
          <p:cNvCxnSpPr/>
          <p:nvPr/>
        </p:nvCxnSpPr>
        <p:spPr>
          <a:xfrm flipH="0" flipV="0">
            <a:off x="8734425" y="7124700"/>
            <a:ext cx="0" cy="209550"/>
          </a:xfrm>
          <a:prstGeom prst="straightConnector1">
            <a:avLst/>
          </a:prstGeom>
          <a:ln w="28575">
            <a:solidFill>
              <a:srgbClr val="B3595E"/>
            </a:solidFill>
            <a:prstDash val="solid"/>
            <a:tailEnd type="none" w="med" len="med"/>
          </a:ln>
        </p:spPr>
      </p:cxnSp>
      <p:sp>
        <p:nvSpPr>
          <p:cNvPr id="81" name="gradient-stop-note">
            <a:extLst>
              <a:ext uri="{FF2B5EF4-FFF2-40B4-BE49-F238E27FC236}">
                <a16:creationId xmlns:a16="http://schemas.microsoft.com/office/drawing/2014/main" id="{57C598F0-52AA-4C37-8A17-781E7D558CDC}"/>
              </a:ext>
            </a:extLst>
          </p:cNvPr>
          <p:cNvSpPr>
            <a:spLocks noGrp="1"/>
          </p:cNvSpPr>
          <p:nvPr/>
        </p:nvSpPr>
        <p:spPr>
          <a:xfrm>
            <a:off x="8153400" y="7429500"/>
            <a:ext cx="2381250" cy="333375"/>
          </a:xfrm>
          <a:prstGeom prst="rect">
            <a:avLst/>
          </a:prstGeom>
          <a:noFill/>
          <a:ln w="0">
            <a:noFill/>
          </a:ln>
        </p:spPr>
        <p:txBody>
          <a:bodyPr wrap="none" lIns="0" tIns="0" rIns="0" bIns="0" anchor="ctr">
            <a:noAutofit/>
          </a:bodyPr>
          <a:lstStyle>
            <a:defPPr algn="ctr">
              <a:defRPr sz="1950" b="0">
                <a:solidFill>
                  <a:srgbClr val="B3595E"/>
                </a:solidFill>
                <a:latin typeface="Noto Sans CJK SC"/>
                <a:ea typeface="Noto Sans CJK SC"/>
                <a:cs typeface="Noto Sans CJK SC"/>
              </a:defRPr>
            </a:defPPr>
            <a:lvl1pPr algn="ctr">
              <a:defRPr sz="1950" b="0">
                <a:solidFill>
                  <a:srgbClr val="B3595E"/>
                </a:solidFill>
                <a:latin typeface="Noto Sans CJK SC"/>
                <a:ea typeface="Noto Sans CJK SC"/>
                <a:cs typeface="Noto Sans CJK SC"/>
              </a:defRPr>
            </a:lvl1pPr>
            <a:lvl2pPr algn="ctr">
              <a:defRPr sz="1950" b="0">
                <a:solidFill>
                  <a:srgbClr val="B3595E"/>
                </a:solidFill>
                <a:latin typeface="Noto Sans CJK SC"/>
                <a:ea typeface="Noto Sans CJK SC"/>
                <a:cs typeface="Noto Sans CJK SC"/>
              </a:defRPr>
            </a:lvl2pPr>
            <a:lvl3pPr algn="ctr">
              <a:defRPr sz="1950" b="0">
                <a:solidFill>
                  <a:srgbClr val="B3595E"/>
                </a:solidFill>
                <a:latin typeface="Noto Sans CJK SC"/>
                <a:ea typeface="Noto Sans CJK SC"/>
                <a:cs typeface="Noto Sans CJK SC"/>
              </a:defRPr>
            </a:lvl3pPr>
            <a:lvl4pPr algn="ctr">
              <a:defRPr sz="1950" b="0">
                <a:solidFill>
                  <a:srgbClr val="B3595E"/>
                </a:solidFill>
                <a:latin typeface="Noto Sans CJK SC"/>
                <a:ea typeface="Noto Sans CJK SC"/>
                <a:cs typeface="Noto Sans CJK SC"/>
              </a:defRPr>
            </a:lvl4pPr>
            <a:lvl5pPr algn="ctr">
              <a:defRPr sz="1950" b="0">
                <a:solidFill>
                  <a:srgbClr val="B3595E"/>
                </a:solidFill>
                <a:latin typeface="Noto Sans CJK SC"/>
                <a:ea typeface="Noto Sans CJK SC"/>
                <a:cs typeface="Noto Sans CJK SC"/>
              </a:defRPr>
            </a:lvl5pPr>
            <a:lvl6pPr algn="ctr">
              <a:defRPr sz="1950" b="0">
                <a:solidFill>
                  <a:srgbClr val="B3595E"/>
                </a:solidFill>
                <a:latin typeface="Noto Sans CJK SC"/>
                <a:ea typeface="Noto Sans CJK SC"/>
                <a:cs typeface="Noto Sans CJK SC"/>
              </a:defRPr>
            </a:lvl6pPr>
            <a:lvl7pPr algn="ctr">
              <a:defRPr sz="1950" b="0">
                <a:solidFill>
                  <a:srgbClr val="B3595E"/>
                </a:solidFill>
                <a:latin typeface="Noto Sans CJK SC"/>
                <a:ea typeface="Noto Sans CJK SC"/>
                <a:cs typeface="Noto Sans CJK SC"/>
              </a:defRPr>
            </a:lvl7pPr>
            <a:lvl8pPr algn="ctr">
              <a:defRPr sz="1950" b="0">
                <a:solidFill>
                  <a:srgbClr val="B3595E"/>
                </a:solidFill>
                <a:latin typeface="Noto Sans CJK SC"/>
                <a:ea typeface="Noto Sans CJK SC"/>
                <a:cs typeface="Noto Sans CJK SC"/>
              </a:defRPr>
            </a:lvl8pPr>
            <a:lvl9pPr algn="ctr">
              <a:defRPr sz="1950" b="0">
                <a:solidFill>
                  <a:srgbClr val="B3595E"/>
                </a:solidFill>
                <a:latin typeface="Noto Sans CJK SC"/>
                <a:ea typeface="Noto Sans CJK SC"/>
                <a:cs typeface="Noto Sans CJK SC"/>
              </a:defRPr>
            </a:lvl9pPr>
          </a:lstStyle>
          <a:p>
            <a:pPr algn="ctr">
              <a:defRPr sz="1950" b="0">
                <a:solidFill>
                  <a:srgbClr val="B3595E"/>
                </a:solidFill>
                <a:latin typeface="Noto Sans CJK SC"/>
                <a:ea typeface="Noto Sans CJK SC"/>
                <a:cs typeface="Noto Sans CJK SC"/>
              </a:defRPr>
            </a:pPr>
            <a:r>
              <a:rPr sz="1950" b="0">
                <a:solidFill>
                  <a:srgbClr val="B3595E"/>
                </a:solidFill>
                <a:latin typeface="Noto Sans CJK SC"/>
                <a:ea typeface="Noto Sans CJK SC"/>
                <a:cs typeface="Noto Sans CJK SC"/>
              </a:rPr>
              <a:t>FM梯度截断</a:t>
            </a:r>
          </a:p>
        </p:txBody>
      </p:sp>
      <p:cxnSp>
        <p:nvCxnSpPr>
          <p:cNvPr id="82" name="vlm-to-high-loss">
            <a:extLst>
              <a:ext uri="{FF2B5EF4-FFF2-40B4-BE49-F238E27FC236}">
                <a16:creationId xmlns:a16="http://schemas.microsoft.com/office/drawing/2014/main" id="{BCB70D80-40AE-41D2-AE3E-463A9452C71C}"/>
              </a:ext>
            </a:extLst>
          </p:cNvPr>
          <p:cNvCxnSpPr/>
          <p:nvPr/>
        </p:nvCxnSpPr>
        <p:spPr>
          <a:xfrm flipH="0" flipV="0">
            <a:off x="2095500" y="6715125"/>
            <a:ext cx="0" cy="1857375"/>
          </a:xfrm>
          <a:prstGeom prst="straightConnector1">
            <a:avLst/>
          </a:prstGeom>
          <a:ln w="20955">
            <a:solidFill>
              <a:srgbClr val="64686C"/>
            </a:solidFill>
            <a:prstDash val="solid"/>
            <a:tailEnd type="triangle" w="med" len="med"/>
          </a:ln>
        </p:spPr>
      </p:cxnSp>
      <p:cxnSp>
        <p:nvCxnSpPr>
          <p:cNvPr id="83" name="high-loss-to-vlm">
            <a:extLst>
              <a:ext uri="{FF2B5EF4-FFF2-40B4-BE49-F238E27FC236}">
                <a16:creationId xmlns:a16="http://schemas.microsoft.com/office/drawing/2014/main" id="{E66C8592-B7D6-40BF-8172-1ADA69B6060F}"/>
              </a:ext>
            </a:extLst>
          </p:cNvPr>
          <p:cNvCxnSpPr/>
          <p:nvPr/>
        </p:nvCxnSpPr>
        <p:spPr>
          <a:xfrm flipH="0" flipV="1">
            <a:off x="3524250" y="6715125"/>
            <a:ext cx="0" cy="1857375"/>
          </a:xfrm>
          <a:prstGeom prst="straightConnector1">
            <a:avLst/>
          </a:prstGeom>
          <a:ln w="20955">
            <a:solidFill>
              <a:srgbClr val="B3595E"/>
            </a:solidFill>
            <a:prstDash val="dash"/>
            <a:tailEnd type="triangle" w="med" len="med"/>
          </a:ln>
        </p:spPr>
      </p:cxnSp>
      <p:cxnSp>
        <p:nvCxnSpPr>
          <p:cNvPr id="84" name="vlm-to-fast-loss">
            <a:extLst>
              <a:ext uri="{FF2B5EF4-FFF2-40B4-BE49-F238E27FC236}">
                <a16:creationId xmlns:a16="http://schemas.microsoft.com/office/drawing/2014/main" id="{695D08CA-FF81-458E-8F18-069C81D4C82E}"/>
              </a:ext>
            </a:extLst>
          </p:cNvPr>
          <p:cNvCxnSpPr/>
          <p:nvPr/>
        </p:nvCxnSpPr>
        <p:spPr>
          <a:xfrm flipH="0" flipV="0">
            <a:off x="5143500" y="6715125"/>
            <a:ext cx="0" cy="1857375"/>
          </a:xfrm>
          <a:prstGeom prst="straightConnector1">
            <a:avLst/>
          </a:prstGeom>
          <a:ln w="20955">
            <a:solidFill>
              <a:srgbClr val="64686C"/>
            </a:solidFill>
            <a:prstDash val="solid"/>
            <a:tailEnd type="triangle" w="med" len="med"/>
          </a:ln>
        </p:spPr>
      </p:cxnSp>
      <p:cxnSp>
        <p:nvCxnSpPr>
          <p:cNvPr id="85" name="fast-loss-to-vlm">
            <a:extLst>
              <a:ext uri="{FF2B5EF4-FFF2-40B4-BE49-F238E27FC236}">
                <a16:creationId xmlns:a16="http://schemas.microsoft.com/office/drawing/2014/main" id="{609E2C9A-66E4-452E-8DC6-C2A7BEE1E54E}"/>
              </a:ext>
            </a:extLst>
          </p:cNvPr>
          <p:cNvCxnSpPr/>
          <p:nvPr/>
        </p:nvCxnSpPr>
        <p:spPr>
          <a:xfrm flipH="0" flipV="1">
            <a:off x="5905500" y="6715125"/>
            <a:ext cx="0" cy="1857375"/>
          </a:xfrm>
          <a:prstGeom prst="straightConnector1">
            <a:avLst/>
          </a:prstGeom>
          <a:ln w="20955">
            <a:solidFill>
              <a:srgbClr val="B3595E"/>
            </a:solidFill>
            <a:prstDash val="dash"/>
            <a:tailEnd type="triangle" w="med" len="med"/>
          </a:ln>
        </p:spPr>
      </p:cxnSp>
      <p:cxnSp>
        <p:nvCxnSpPr>
          <p:cNvPr id="86" name="expert-to-fm-loss">
            <a:extLst>
              <a:ext uri="{FF2B5EF4-FFF2-40B4-BE49-F238E27FC236}">
                <a16:creationId xmlns:a16="http://schemas.microsoft.com/office/drawing/2014/main" id="{3B152272-4860-40F3-A0F1-37FC5A2F6EA0}"/>
              </a:ext>
            </a:extLst>
          </p:cNvPr>
          <p:cNvCxnSpPr/>
          <p:nvPr/>
        </p:nvCxnSpPr>
        <p:spPr>
          <a:xfrm flipH="0" flipV="0">
            <a:off x="11430000" y="6715125"/>
            <a:ext cx="0" cy="1857375"/>
          </a:xfrm>
          <a:prstGeom prst="straightConnector1">
            <a:avLst/>
          </a:prstGeom>
          <a:ln w="20955">
            <a:solidFill>
              <a:srgbClr val="64686C"/>
            </a:solidFill>
            <a:prstDash val="solid"/>
            <a:tailEnd type="triangle" w="med" len="med"/>
          </a:ln>
        </p:spPr>
      </p:cxnSp>
      <p:cxnSp>
        <p:nvCxnSpPr>
          <p:cNvPr id="87" name="fm-loss-to-expert">
            <a:extLst>
              <a:ext uri="{FF2B5EF4-FFF2-40B4-BE49-F238E27FC236}">
                <a16:creationId xmlns:a16="http://schemas.microsoft.com/office/drawing/2014/main" id="{9C65223E-618F-4763-9C81-8320BBFF1F4D}"/>
              </a:ext>
            </a:extLst>
          </p:cNvPr>
          <p:cNvCxnSpPr/>
          <p:nvPr/>
        </p:nvCxnSpPr>
        <p:spPr>
          <a:xfrm flipH="0" flipV="1">
            <a:off x="13716000" y="6715125"/>
            <a:ext cx="0" cy="1857375"/>
          </a:xfrm>
          <a:prstGeom prst="straightConnector1">
            <a:avLst/>
          </a:prstGeom>
          <a:ln w="20955">
            <a:solidFill>
              <a:srgbClr val="B3595E"/>
            </a:solidFill>
            <a:prstDash val="dash"/>
            <a:tailEnd type="triangle" w="med" len="med"/>
          </a:ln>
        </p:spPr>
      </p:cxnSp>
      <p:sp>
        <p:nvSpPr>
          <p:cNvPr id="88" name="high-loss">
            <a:extLst>
              <a:ext uri="{FF2B5EF4-FFF2-40B4-BE49-F238E27FC236}">
                <a16:creationId xmlns:a16="http://schemas.microsoft.com/office/drawing/2014/main" id="{681F1A6F-CFFE-462C-9255-7207470F1955}"/>
              </a:ext>
            </a:extLst>
          </p:cNvPr>
          <p:cNvSpPr>
            <a:spLocks noGrp="1"/>
          </p:cNvSpPr>
          <p:nvPr/>
        </p:nvSpPr>
        <p:spPr>
          <a:xfrm>
            <a:off x="1524000" y="8572500"/>
            <a:ext cx="2571750" cy="666750"/>
          </a:xfrm>
          <a:prstGeom prst="rect">
            <a:avLst/>
          </a:prstGeom>
          <a:solidFill>
            <a:srgbClr val="FFFFFF"/>
          </a:solidFill>
          <a:ln w="17145">
            <a:solidFill>
              <a:srgbClr val="315E80"/>
            </a:solidFill>
            <a:prstDash val="solid"/>
          </a:ln>
        </p:spPr>
      </p:sp>
      <p:sp>
        <p:nvSpPr>
          <p:cNvPr id="89" name="high-loss-text">
            <a:extLst>
              <a:ext uri="{FF2B5EF4-FFF2-40B4-BE49-F238E27FC236}">
                <a16:creationId xmlns:a16="http://schemas.microsoft.com/office/drawing/2014/main" id="{E4501AD8-DA9E-4AFC-A8C2-6F9279E84818}"/>
              </a:ext>
            </a:extLst>
          </p:cNvPr>
          <p:cNvSpPr>
            <a:spLocks noGrp="1"/>
          </p:cNvSpPr>
          <p:nvPr/>
        </p:nvSpPr>
        <p:spPr>
          <a:xfrm>
            <a:off x="1619250" y="8620125"/>
            <a:ext cx="2381250" cy="571500"/>
          </a:xfrm>
          <a:prstGeom prst="rect">
            <a:avLst/>
          </a:prstGeom>
          <a:noFill/>
          <a:ln w="0">
            <a:noFill/>
          </a:ln>
        </p:spPr>
        <p:txBody>
          <a:bodyPr wrap="none" lIns="0" tIns="0" rIns="0" bIns="0" anchor="ctr">
            <a:noAutofit/>
          </a:bodyPr>
          <a:lstStyle>
            <a:defPPr algn="ctr">
              <a:defRPr sz="2475" b="0">
                <a:solidFill>
                  <a:srgbClr val="222222"/>
                </a:solidFill>
                <a:latin typeface="Noto Sans CJK SC"/>
                <a:ea typeface="Noto Sans CJK SC"/>
                <a:cs typeface="Noto Sans CJK SC"/>
              </a:defRPr>
            </a:defPPr>
            <a:lvl1pPr algn="ctr">
              <a:defRPr sz="2475" b="0">
                <a:solidFill>
                  <a:srgbClr val="222222"/>
                </a:solidFill>
                <a:latin typeface="Noto Sans CJK SC"/>
                <a:ea typeface="Noto Sans CJK SC"/>
                <a:cs typeface="Noto Sans CJK SC"/>
              </a:defRPr>
            </a:lvl1pPr>
            <a:lvl2pPr algn="ctr">
              <a:defRPr sz="2475" b="0">
                <a:solidFill>
                  <a:srgbClr val="222222"/>
                </a:solidFill>
                <a:latin typeface="Noto Sans CJK SC"/>
                <a:ea typeface="Noto Sans CJK SC"/>
                <a:cs typeface="Noto Sans CJK SC"/>
              </a:defRPr>
            </a:lvl2pPr>
            <a:lvl3pPr algn="ctr">
              <a:defRPr sz="2475" b="0">
                <a:solidFill>
                  <a:srgbClr val="222222"/>
                </a:solidFill>
                <a:latin typeface="Noto Sans CJK SC"/>
                <a:ea typeface="Noto Sans CJK SC"/>
                <a:cs typeface="Noto Sans CJK SC"/>
              </a:defRPr>
            </a:lvl3pPr>
            <a:lvl4pPr algn="ctr">
              <a:defRPr sz="2475" b="0">
                <a:solidFill>
                  <a:srgbClr val="222222"/>
                </a:solidFill>
                <a:latin typeface="Noto Sans CJK SC"/>
                <a:ea typeface="Noto Sans CJK SC"/>
                <a:cs typeface="Noto Sans CJK SC"/>
              </a:defRPr>
            </a:lvl4pPr>
            <a:lvl5pPr algn="ctr">
              <a:defRPr sz="2475" b="0">
                <a:solidFill>
                  <a:srgbClr val="222222"/>
                </a:solidFill>
                <a:latin typeface="Noto Sans CJK SC"/>
                <a:ea typeface="Noto Sans CJK SC"/>
                <a:cs typeface="Noto Sans CJK SC"/>
              </a:defRPr>
            </a:lvl5pPr>
            <a:lvl6pPr algn="ctr">
              <a:defRPr sz="2475" b="0">
                <a:solidFill>
                  <a:srgbClr val="222222"/>
                </a:solidFill>
                <a:latin typeface="Noto Sans CJK SC"/>
                <a:ea typeface="Noto Sans CJK SC"/>
                <a:cs typeface="Noto Sans CJK SC"/>
              </a:defRPr>
            </a:lvl6pPr>
            <a:lvl7pPr algn="ctr">
              <a:defRPr sz="2475" b="0">
                <a:solidFill>
                  <a:srgbClr val="222222"/>
                </a:solidFill>
                <a:latin typeface="Noto Sans CJK SC"/>
                <a:ea typeface="Noto Sans CJK SC"/>
                <a:cs typeface="Noto Sans CJK SC"/>
              </a:defRPr>
            </a:lvl7pPr>
            <a:lvl8pPr algn="ctr">
              <a:defRPr sz="2475" b="0">
                <a:solidFill>
                  <a:srgbClr val="222222"/>
                </a:solidFill>
                <a:latin typeface="Noto Sans CJK SC"/>
                <a:ea typeface="Noto Sans CJK SC"/>
                <a:cs typeface="Noto Sans CJK SC"/>
              </a:defRPr>
            </a:lvl8pPr>
            <a:lvl9pPr algn="ctr">
              <a:defRPr sz="2475" b="0">
                <a:solidFill>
                  <a:srgbClr val="222222"/>
                </a:solidFill>
                <a:latin typeface="Noto Sans CJK SC"/>
                <a:ea typeface="Noto Sans CJK SC"/>
                <a:cs typeface="Noto Sans CJK SC"/>
              </a:defRPr>
            </a:lvl9pPr>
          </a:lstStyle>
          <a:p>
            <a:pPr algn="ctr">
              <a:defRPr sz="2475" b="0">
                <a:solidFill>
                  <a:srgbClr val="222222"/>
                </a:solidFill>
                <a:latin typeface="Noto Sans CJK SC"/>
                <a:ea typeface="Noto Sans CJK SC"/>
                <a:cs typeface="Noto Sans CJK SC"/>
              </a:defRPr>
            </a:pPr>
            <a:r>
              <a:rPr sz="2475" b="0">
                <a:solidFill>
                  <a:srgbClr val="222222"/>
                </a:solidFill>
                <a:latin typeface="Noto Sans CJK SC"/>
                <a:ea typeface="Noto Sans CJK SC"/>
                <a:cs typeface="Noto Sans CJK SC"/>
              </a:rPr>
              <a:t>高层 CE</a:t>
            </a:r>
          </a:p>
        </p:txBody>
      </p:sp>
      <p:sp>
        <p:nvSpPr>
          <p:cNvPr id="90" name="fast-loss">
            <a:extLst>
              <a:ext uri="{FF2B5EF4-FFF2-40B4-BE49-F238E27FC236}">
                <a16:creationId xmlns:a16="http://schemas.microsoft.com/office/drawing/2014/main" id="{5B31C565-B804-4C6C-9707-B5CF7D33B9BA}"/>
              </a:ext>
            </a:extLst>
          </p:cNvPr>
          <p:cNvSpPr>
            <a:spLocks noGrp="1"/>
          </p:cNvSpPr>
          <p:nvPr/>
        </p:nvSpPr>
        <p:spPr>
          <a:xfrm>
            <a:off x="4762500" y="8572500"/>
            <a:ext cx="2857500" cy="666750"/>
          </a:xfrm>
          <a:prstGeom prst="rect">
            <a:avLst/>
          </a:prstGeom>
          <a:solidFill>
            <a:srgbClr val="FFFFFF"/>
          </a:solidFill>
          <a:ln w="17145">
            <a:solidFill>
              <a:srgbClr val="315E80"/>
            </a:solidFill>
            <a:prstDash val="solid"/>
          </a:ln>
        </p:spPr>
      </p:sp>
      <p:sp>
        <p:nvSpPr>
          <p:cNvPr id="91" name="fast-loss-text">
            <a:extLst>
              <a:ext uri="{FF2B5EF4-FFF2-40B4-BE49-F238E27FC236}">
                <a16:creationId xmlns:a16="http://schemas.microsoft.com/office/drawing/2014/main" id="{54906588-8F4C-468C-9A90-E0D8A2CB66E5}"/>
              </a:ext>
            </a:extLst>
          </p:cNvPr>
          <p:cNvSpPr>
            <a:spLocks noGrp="1"/>
          </p:cNvSpPr>
          <p:nvPr/>
        </p:nvSpPr>
        <p:spPr>
          <a:xfrm>
            <a:off x="4857750" y="8620125"/>
            <a:ext cx="2667000" cy="571500"/>
          </a:xfrm>
          <a:prstGeom prst="rect">
            <a:avLst/>
          </a:prstGeom>
          <a:noFill/>
          <a:ln w="0">
            <a:noFill/>
          </a:ln>
        </p:spPr>
        <p:txBody>
          <a:bodyPr wrap="none" lIns="0" tIns="0" rIns="0" bIns="0" anchor="ctr">
            <a:noAutofit/>
          </a:bodyPr>
          <a:lstStyle>
            <a:defPPr algn="ctr">
              <a:defRPr sz="2475" b="0">
                <a:solidFill>
                  <a:srgbClr val="222222"/>
                </a:solidFill>
                <a:latin typeface="Noto Sans CJK SC"/>
                <a:ea typeface="Noto Sans CJK SC"/>
                <a:cs typeface="Noto Sans CJK SC"/>
              </a:defRPr>
            </a:defPPr>
            <a:lvl1pPr algn="ctr">
              <a:defRPr sz="2475" b="0">
                <a:solidFill>
                  <a:srgbClr val="222222"/>
                </a:solidFill>
                <a:latin typeface="Noto Sans CJK SC"/>
                <a:ea typeface="Noto Sans CJK SC"/>
                <a:cs typeface="Noto Sans CJK SC"/>
              </a:defRPr>
            </a:lvl1pPr>
            <a:lvl2pPr algn="ctr">
              <a:defRPr sz="2475" b="0">
                <a:solidFill>
                  <a:srgbClr val="222222"/>
                </a:solidFill>
                <a:latin typeface="Noto Sans CJK SC"/>
                <a:ea typeface="Noto Sans CJK SC"/>
                <a:cs typeface="Noto Sans CJK SC"/>
              </a:defRPr>
            </a:lvl2pPr>
            <a:lvl3pPr algn="ctr">
              <a:defRPr sz="2475" b="0">
                <a:solidFill>
                  <a:srgbClr val="222222"/>
                </a:solidFill>
                <a:latin typeface="Noto Sans CJK SC"/>
                <a:ea typeface="Noto Sans CJK SC"/>
                <a:cs typeface="Noto Sans CJK SC"/>
              </a:defRPr>
            </a:lvl3pPr>
            <a:lvl4pPr algn="ctr">
              <a:defRPr sz="2475" b="0">
                <a:solidFill>
                  <a:srgbClr val="222222"/>
                </a:solidFill>
                <a:latin typeface="Noto Sans CJK SC"/>
                <a:ea typeface="Noto Sans CJK SC"/>
                <a:cs typeface="Noto Sans CJK SC"/>
              </a:defRPr>
            </a:lvl4pPr>
            <a:lvl5pPr algn="ctr">
              <a:defRPr sz="2475" b="0">
                <a:solidFill>
                  <a:srgbClr val="222222"/>
                </a:solidFill>
                <a:latin typeface="Noto Sans CJK SC"/>
                <a:ea typeface="Noto Sans CJK SC"/>
                <a:cs typeface="Noto Sans CJK SC"/>
              </a:defRPr>
            </a:lvl5pPr>
            <a:lvl6pPr algn="ctr">
              <a:defRPr sz="2475" b="0">
                <a:solidFill>
                  <a:srgbClr val="222222"/>
                </a:solidFill>
                <a:latin typeface="Noto Sans CJK SC"/>
                <a:ea typeface="Noto Sans CJK SC"/>
                <a:cs typeface="Noto Sans CJK SC"/>
              </a:defRPr>
            </a:lvl6pPr>
            <a:lvl7pPr algn="ctr">
              <a:defRPr sz="2475" b="0">
                <a:solidFill>
                  <a:srgbClr val="222222"/>
                </a:solidFill>
                <a:latin typeface="Noto Sans CJK SC"/>
                <a:ea typeface="Noto Sans CJK SC"/>
                <a:cs typeface="Noto Sans CJK SC"/>
              </a:defRPr>
            </a:lvl7pPr>
            <a:lvl8pPr algn="ctr">
              <a:defRPr sz="2475" b="0">
                <a:solidFill>
                  <a:srgbClr val="222222"/>
                </a:solidFill>
                <a:latin typeface="Noto Sans CJK SC"/>
                <a:ea typeface="Noto Sans CJK SC"/>
                <a:cs typeface="Noto Sans CJK SC"/>
              </a:defRPr>
            </a:lvl8pPr>
            <a:lvl9pPr algn="ctr">
              <a:defRPr sz="2475" b="0">
                <a:solidFill>
                  <a:srgbClr val="222222"/>
                </a:solidFill>
                <a:latin typeface="Noto Sans CJK SC"/>
                <a:ea typeface="Noto Sans CJK SC"/>
                <a:cs typeface="Noto Sans CJK SC"/>
              </a:defRPr>
            </a:lvl9pPr>
          </a:lstStyle>
          <a:p>
            <a:pPr algn="ctr">
              <a:defRPr sz="2475" b="0">
                <a:solidFill>
                  <a:srgbClr val="222222"/>
                </a:solidFill>
                <a:latin typeface="Noto Sans CJK SC"/>
                <a:ea typeface="Noto Sans CJK SC"/>
                <a:cs typeface="Noto Sans CJK SC"/>
              </a:defRPr>
            </a:pPr>
            <a:r>
              <a:rPr sz="2475" b="0">
                <a:solidFill>
                  <a:srgbClr val="222222"/>
                </a:solidFill>
                <a:latin typeface="Noto Sans CJK SC"/>
                <a:ea typeface="Noto Sans CJK SC"/>
                <a:cs typeface="Noto Sans CJK SC"/>
              </a:rPr>
              <a:t>FAST CE</a:t>
            </a:r>
          </a:p>
        </p:txBody>
      </p:sp>
      <p:sp>
        <p:nvSpPr>
          <p:cNvPr id="92" name="fm-loss">
            <a:extLst>
              <a:ext uri="{FF2B5EF4-FFF2-40B4-BE49-F238E27FC236}">
                <a16:creationId xmlns:a16="http://schemas.microsoft.com/office/drawing/2014/main" id="{A7296CBF-DBE9-4752-9348-5D9038BEF7C6}"/>
              </a:ext>
            </a:extLst>
          </p:cNvPr>
          <p:cNvSpPr>
            <a:spLocks noGrp="1"/>
          </p:cNvSpPr>
          <p:nvPr/>
        </p:nvSpPr>
        <p:spPr>
          <a:xfrm>
            <a:off x="10572750" y="8572500"/>
            <a:ext cx="3810000" cy="666750"/>
          </a:xfrm>
          <a:prstGeom prst="rect">
            <a:avLst/>
          </a:prstGeom>
          <a:solidFill>
            <a:srgbClr val="FFFFFF"/>
          </a:solidFill>
          <a:ln w="17145">
            <a:solidFill>
              <a:srgbClr val="315E80"/>
            </a:solidFill>
            <a:prstDash val="solid"/>
          </a:ln>
        </p:spPr>
      </p:sp>
      <p:sp>
        <p:nvSpPr>
          <p:cNvPr id="93" name="fm-loss-text">
            <a:extLst>
              <a:ext uri="{FF2B5EF4-FFF2-40B4-BE49-F238E27FC236}">
                <a16:creationId xmlns:a16="http://schemas.microsoft.com/office/drawing/2014/main" id="{E33DF22B-3D96-44DD-9580-E13F2496525B}"/>
              </a:ext>
            </a:extLst>
          </p:cNvPr>
          <p:cNvSpPr>
            <a:spLocks noGrp="1"/>
          </p:cNvSpPr>
          <p:nvPr/>
        </p:nvSpPr>
        <p:spPr>
          <a:xfrm>
            <a:off x="10668000" y="8620125"/>
            <a:ext cx="3619500" cy="571500"/>
          </a:xfrm>
          <a:prstGeom prst="rect">
            <a:avLst/>
          </a:prstGeom>
          <a:noFill/>
          <a:ln w="0">
            <a:noFill/>
          </a:ln>
        </p:spPr>
        <p:txBody>
          <a:bodyPr wrap="none" lIns="0" tIns="0" rIns="0" bIns="0" anchor="ctr">
            <a:noAutofit/>
          </a:bodyPr>
          <a:lstStyle>
            <a:defPPr algn="ctr">
              <a:defRPr sz="2475" b="0">
                <a:solidFill>
                  <a:srgbClr val="222222"/>
                </a:solidFill>
                <a:latin typeface="Noto Sans CJK SC"/>
                <a:ea typeface="Noto Sans CJK SC"/>
                <a:cs typeface="Noto Sans CJK SC"/>
              </a:defRPr>
            </a:defPPr>
            <a:lvl1pPr algn="ctr">
              <a:defRPr sz="2475" b="0">
                <a:solidFill>
                  <a:srgbClr val="222222"/>
                </a:solidFill>
                <a:latin typeface="Noto Sans CJK SC"/>
                <a:ea typeface="Noto Sans CJK SC"/>
                <a:cs typeface="Noto Sans CJK SC"/>
              </a:defRPr>
            </a:lvl1pPr>
            <a:lvl2pPr algn="ctr">
              <a:defRPr sz="2475" b="0">
                <a:solidFill>
                  <a:srgbClr val="222222"/>
                </a:solidFill>
                <a:latin typeface="Noto Sans CJK SC"/>
                <a:ea typeface="Noto Sans CJK SC"/>
                <a:cs typeface="Noto Sans CJK SC"/>
              </a:defRPr>
            </a:lvl2pPr>
            <a:lvl3pPr algn="ctr">
              <a:defRPr sz="2475" b="0">
                <a:solidFill>
                  <a:srgbClr val="222222"/>
                </a:solidFill>
                <a:latin typeface="Noto Sans CJK SC"/>
                <a:ea typeface="Noto Sans CJK SC"/>
                <a:cs typeface="Noto Sans CJK SC"/>
              </a:defRPr>
            </a:lvl3pPr>
            <a:lvl4pPr algn="ctr">
              <a:defRPr sz="2475" b="0">
                <a:solidFill>
                  <a:srgbClr val="222222"/>
                </a:solidFill>
                <a:latin typeface="Noto Sans CJK SC"/>
                <a:ea typeface="Noto Sans CJK SC"/>
                <a:cs typeface="Noto Sans CJK SC"/>
              </a:defRPr>
            </a:lvl4pPr>
            <a:lvl5pPr algn="ctr">
              <a:defRPr sz="2475" b="0">
                <a:solidFill>
                  <a:srgbClr val="222222"/>
                </a:solidFill>
                <a:latin typeface="Noto Sans CJK SC"/>
                <a:ea typeface="Noto Sans CJK SC"/>
                <a:cs typeface="Noto Sans CJK SC"/>
              </a:defRPr>
            </a:lvl5pPr>
            <a:lvl6pPr algn="ctr">
              <a:defRPr sz="2475" b="0">
                <a:solidFill>
                  <a:srgbClr val="222222"/>
                </a:solidFill>
                <a:latin typeface="Noto Sans CJK SC"/>
                <a:ea typeface="Noto Sans CJK SC"/>
                <a:cs typeface="Noto Sans CJK SC"/>
              </a:defRPr>
            </a:lvl6pPr>
            <a:lvl7pPr algn="ctr">
              <a:defRPr sz="2475" b="0">
                <a:solidFill>
                  <a:srgbClr val="222222"/>
                </a:solidFill>
                <a:latin typeface="Noto Sans CJK SC"/>
                <a:ea typeface="Noto Sans CJK SC"/>
                <a:cs typeface="Noto Sans CJK SC"/>
              </a:defRPr>
            </a:lvl7pPr>
            <a:lvl8pPr algn="ctr">
              <a:defRPr sz="2475" b="0">
                <a:solidFill>
                  <a:srgbClr val="222222"/>
                </a:solidFill>
                <a:latin typeface="Noto Sans CJK SC"/>
                <a:ea typeface="Noto Sans CJK SC"/>
                <a:cs typeface="Noto Sans CJK SC"/>
              </a:defRPr>
            </a:lvl8pPr>
            <a:lvl9pPr algn="ctr">
              <a:defRPr sz="2475" b="0">
                <a:solidFill>
                  <a:srgbClr val="222222"/>
                </a:solidFill>
                <a:latin typeface="Noto Sans CJK SC"/>
                <a:ea typeface="Noto Sans CJK SC"/>
                <a:cs typeface="Noto Sans CJK SC"/>
              </a:defRPr>
            </a:lvl9pPr>
          </a:lstStyle>
          <a:p>
            <a:pPr algn="ctr">
              <a:defRPr sz="2475" b="0">
                <a:solidFill>
                  <a:srgbClr val="222222"/>
                </a:solidFill>
                <a:latin typeface="Noto Sans CJK SC"/>
                <a:ea typeface="Noto Sans CJK SC"/>
                <a:cs typeface="Noto Sans CJK SC"/>
              </a:defRPr>
            </a:pPr>
            <a:r>
              <a:rPr sz="2475" b="0">
                <a:solidFill>
                  <a:srgbClr val="222222"/>
                </a:solidFill>
                <a:latin typeface="Noto Sans CJK SC"/>
                <a:ea typeface="Noto Sans CJK SC"/>
                <a:cs typeface="Noto Sans CJK SC"/>
              </a:rPr>
              <a:t>流匹配 FM</a:t>
            </a:r>
          </a:p>
        </p:txBody>
      </p:sp>
      <p:sp>
        <p:nvSpPr>
          <p:cNvPr id="94" name="high-target">
            <a:extLst>
              <a:ext uri="{FF2B5EF4-FFF2-40B4-BE49-F238E27FC236}">
                <a16:creationId xmlns:a16="http://schemas.microsoft.com/office/drawing/2014/main" id="{13427C03-8284-48B0-9F9E-9223B135EDC1}"/>
              </a:ext>
            </a:extLst>
          </p:cNvPr>
          <p:cNvSpPr>
            <a:spLocks noGrp="1"/>
          </p:cNvSpPr>
          <p:nvPr/>
        </p:nvSpPr>
        <p:spPr>
          <a:xfrm>
            <a:off x="1524000" y="9458325"/>
            <a:ext cx="2571750" cy="400050"/>
          </a:xfrm>
          <a:prstGeom prst="rect">
            <a:avLst/>
          </a:prstGeom>
          <a:noFill/>
          <a:ln w="0">
            <a:noFill/>
          </a:ln>
        </p:spPr>
        <p:txBody>
          <a:bodyPr wrap="none" lIns="0" tIns="0" rIns="0" bIns="0" anchor="ctr">
            <a:noAutofit/>
          </a:bodyPr>
          <a:lstStyle>
            <a:defPPr algn="ctr">
              <a:defRPr sz="2025" b="0">
                <a:solidFill>
                  <a:srgbClr val="64686C"/>
                </a:solidFill>
                <a:latin typeface="Noto Sans CJK SC"/>
                <a:ea typeface="Noto Sans CJK SC"/>
                <a:cs typeface="Noto Sans CJK SC"/>
              </a:defRPr>
            </a:defPPr>
            <a:lvl1pPr algn="ctr">
              <a:defRPr sz="2025" b="0">
                <a:solidFill>
                  <a:srgbClr val="64686C"/>
                </a:solidFill>
                <a:latin typeface="Noto Sans CJK SC"/>
                <a:ea typeface="Noto Sans CJK SC"/>
                <a:cs typeface="Noto Sans CJK SC"/>
              </a:defRPr>
            </a:lvl1pPr>
            <a:lvl2pPr algn="ctr">
              <a:defRPr sz="2025" b="0">
                <a:solidFill>
                  <a:srgbClr val="64686C"/>
                </a:solidFill>
                <a:latin typeface="Noto Sans CJK SC"/>
                <a:ea typeface="Noto Sans CJK SC"/>
                <a:cs typeface="Noto Sans CJK SC"/>
              </a:defRPr>
            </a:lvl2pPr>
            <a:lvl3pPr algn="ctr">
              <a:defRPr sz="2025" b="0">
                <a:solidFill>
                  <a:srgbClr val="64686C"/>
                </a:solidFill>
                <a:latin typeface="Noto Sans CJK SC"/>
                <a:ea typeface="Noto Sans CJK SC"/>
                <a:cs typeface="Noto Sans CJK SC"/>
              </a:defRPr>
            </a:lvl3pPr>
            <a:lvl4pPr algn="ctr">
              <a:defRPr sz="2025" b="0">
                <a:solidFill>
                  <a:srgbClr val="64686C"/>
                </a:solidFill>
                <a:latin typeface="Noto Sans CJK SC"/>
                <a:ea typeface="Noto Sans CJK SC"/>
                <a:cs typeface="Noto Sans CJK SC"/>
              </a:defRPr>
            </a:lvl4pPr>
            <a:lvl5pPr algn="ctr">
              <a:defRPr sz="2025" b="0">
                <a:solidFill>
                  <a:srgbClr val="64686C"/>
                </a:solidFill>
                <a:latin typeface="Noto Sans CJK SC"/>
                <a:ea typeface="Noto Sans CJK SC"/>
                <a:cs typeface="Noto Sans CJK SC"/>
              </a:defRPr>
            </a:lvl5pPr>
            <a:lvl6pPr algn="ctr">
              <a:defRPr sz="2025" b="0">
                <a:solidFill>
                  <a:srgbClr val="64686C"/>
                </a:solidFill>
                <a:latin typeface="Noto Sans CJK SC"/>
                <a:ea typeface="Noto Sans CJK SC"/>
                <a:cs typeface="Noto Sans CJK SC"/>
              </a:defRPr>
            </a:lvl6pPr>
            <a:lvl7pPr algn="ctr">
              <a:defRPr sz="2025" b="0">
                <a:solidFill>
                  <a:srgbClr val="64686C"/>
                </a:solidFill>
                <a:latin typeface="Noto Sans CJK SC"/>
                <a:ea typeface="Noto Sans CJK SC"/>
                <a:cs typeface="Noto Sans CJK SC"/>
              </a:defRPr>
            </a:lvl7pPr>
            <a:lvl8pPr algn="ctr">
              <a:defRPr sz="2025" b="0">
                <a:solidFill>
                  <a:srgbClr val="64686C"/>
                </a:solidFill>
                <a:latin typeface="Noto Sans CJK SC"/>
                <a:ea typeface="Noto Sans CJK SC"/>
                <a:cs typeface="Noto Sans CJK SC"/>
              </a:defRPr>
            </a:lvl8pPr>
            <a:lvl9pPr algn="ctr">
              <a:defRPr sz="2025" b="0">
                <a:solidFill>
                  <a:srgbClr val="64686C"/>
                </a:solidFill>
                <a:latin typeface="Noto Sans CJK SC"/>
                <a:ea typeface="Noto Sans CJK SC"/>
                <a:cs typeface="Noto Sans CJK SC"/>
              </a:defRPr>
            </a:lvl9pPr>
          </a:lstStyle>
          <a:p>
            <a:pPr algn="ctr">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读写与子任务标签</a:t>
            </a:r>
          </a:p>
        </p:txBody>
      </p:sp>
      <p:sp>
        <p:nvSpPr>
          <p:cNvPr id="95" name="velocity-target-caption">
            <a:extLst>
              <a:ext uri="{FF2B5EF4-FFF2-40B4-BE49-F238E27FC236}">
                <a16:creationId xmlns:a16="http://schemas.microsoft.com/office/drawing/2014/main" id="{920342FC-299D-432C-98C4-D630F4F2878A}"/>
              </a:ext>
            </a:extLst>
          </p:cNvPr>
          <p:cNvSpPr>
            <a:spLocks noGrp="1"/>
          </p:cNvSpPr>
          <p:nvPr/>
        </p:nvSpPr>
        <p:spPr>
          <a:xfrm>
            <a:off x="10734675" y="9505950"/>
            <a:ext cx="1828800" cy="361950"/>
          </a:xfrm>
          <a:prstGeom prst="rect">
            <a:avLst/>
          </a:prstGeom>
          <a:noFill/>
          <a:ln w="0">
            <a:noFill/>
          </a:ln>
        </p:spPr>
        <p:txBody>
          <a:bodyPr wrap="none" lIns="0" tIns="0" rIns="0" bIns="0" anchor="ctr">
            <a:noAutofit/>
          </a:bodyPr>
          <a:lstStyle>
            <a:defPPr algn="ctr">
              <a:defRPr sz="2025" b="0">
                <a:solidFill>
                  <a:srgbClr val="64686C"/>
                </a:solidFill>
                <a:latin typeface="Noto Sans CJK SC"/>
                <a:ea typeface="Noto Sans CJK SC"/>
                <a:cs typeface="Noto Sans CJK SC"/>
              </a:defRPr>
            </a:defPPr>
            <a:lvl1pPr algn="ctr">
              <a:defRPr sz="2025" b="0">
                <a:solidFill>
                  <a:srgbClr val="64686C"/>
                </a:solidFill>
                <a:latin typeface="Noto Sans CJK SC"/>
                <a:ea typeface="Noto Sans CJK SC"/>
                <a:cs typeface="Noto Sans CJK SC"/>
              </a:defRPr>
            </a:lvl1pPr>
            <a:lvl2pPr algn="ctr">
              <a:defRPr sz="2025" b="0">
                <a:solidFill>
                  <a:srgbClr val="64686C"/>
                </a:solidFill>
                <a:latin typeface="Noto Sans CJK SC"/>
                <a:ea typeface="Noto Sans CJK SC"/>
                <a:cs typeface="Noto Sans CJK SC"/>
              </a:defRPr>
            </a:lvl2pPr>
            <a:lvl3pPr algn="ctr">
              <a:defRPr sz="2025" b="0">
                <a:solidFill>
                  <a:srgbClr val="64686C"/>
                </a:solidFill>
                <a:latin typeface="Noto Sans CJK SC"/>
                <a:ea typeface="Noto Sans CJK SC"/>
                <a:cs typeface="Noto Sans CJK SC"/>
              </a:defRPr>
            </a:lvl3pPr>
            <a:lvl4pPr algn="ctr">
              <a:defRPr sz="2025" b="0">
                <a:solidFill>
                  <a:srgbClr val="64686C"/>
                </a:solidFill>
                <a:latin typeface="Noto Sans CJK SC"/>
                <a:ea typeface="Noto Sans CJK SC"/>
                <a:cs typeface="Noto Sans CJK SC"/>
              </a:defRPr>
            </a:lvl4pPr>
            <a:lvl5pPr algn="ctr">
              <a:defRPr sz="2025" b="0">
                <a:solidFill>
                  <a:srgbClr val="64686C"/>
                </a:solidFill>
                <a:latin typeface="Noto Sans CJK SC"/>
                <a:ea typeface="Noto Sans CJK SC"/>
                <a:cs typeface="Noto Sans CJK SC"/>
              </a:defRPr>
            </a:lvl5pPr>
            <a:lvl6pPr algn="ctr">
              <a:defRPr sz="2025" b="0">
                <a:solidFill>
                  <a:srgbClr val="64686C"/>
                </a:solidFill>
                <a:latin typeface="Noto Sans CJK SC"/>
                <a:ea typeface="Noto Sans CJK SC"/>
                <a:cs typeface="Noto Sans CJK SC"/>
              </a:defRPr>
            </a:lvl6pPr>
            <a:lvl7pPr algn="ctr">
              <a:defRPr sz="2025" b="0">
                <a:solidFill>
                  <a:srgbClr val="64686C"/>
                </a:solidFill>
                <a:latin typeface="Noto Sans CJK SC"/>
                <a:ea typeface="Noto Sans CJK SC"/>
                <a:cs typeface="Noto Sans CJK SC"/>
              </a:defRPr>
            </a:lvl7pPr>
            <a:lvl8pPr algn="ctr">
              <a:defRPr sz="2025" b="0">
                <a:solidFill>
                  <a:srgbClr val="64686C"/>
                </a:solidFill>
                <a:latin typeface="Noto Sans CJK SC"/>
                <a:ea typeface="Noto Sans CJK SC"/>
                <a:cs typeface="Noto Sans CJK SC"/>
              </a:defRPr>
            </a:lvl8pPr>
            <a:lvl9pPr algn="ctr">
              <a:defRPr sz="2025" b="0">
                <a:solidFill>
                  <a:srgbClr val="64686C"/>
                </a:solidFill>
                <a:latin typeface="Noto Sans CJK SC"/>
                <a:ea typeface="Noto Sans CJK SC"/>
                <a:cs typeface="Noto Sans CJK SC"/>
              </a:defRPr>
            </a:lvl9pPr>
          </a:lstStyle>
          <a:p>
            <a:pPr algn="ctr">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速度场目标</a:t>
            </a:r>
          </a:p>
        </p:txBody>
      </p:sp>
      <p:sp>
        <p:nvSpPr>
          <p:cNvPr id="96" name="recorded-action">
            <a:extLst>
              <a:ext uri="{FF2B5EF4-FFF2-40B4-BE49-F238E27FC236}">
                <a16:creationId xmlns:a16="http://schemas.microsoft.com/office/drawing/2014/main" id="{D75D85C1-4128-4B59-A377-99AAA3E266B8}"/>
              </a:ext>
            </a:extLst>
          </p:cNvPr>
          <p:cNvSpPr>
            <a:spLocks noGrp="1"/>
          </p:cNvSpPr>
          <p:nvPr/>
        </p:nvSpPr>
        <p:spPr>
          <a:xfrm>
            <a:off x="6810375" y="9896475"/>
            <a:ext cx="2428875" cy="1104900"/>
          </a:xfrm>
          <a:prstGeom prst="rect">
            <a:avLst/>
          </a:prstGeom>
          <a:solidFill>
            <a:srgbClr val="FAF0E7"/>
          </a:solidFill>
          <a:ln w="17145">
            <a:solidFill>
              <a:srgbClr val="AC6A37"/>
            </a:solidFill>
            <a:prstDash val="solid"/>
          </a:ln>
        </p:spPr>
      </p:sp>
      <p:sp>
        <p:nvSpPr>
          <p:cNvPr id="97" name="recorded-action-text">
            <a:extLst>
              <a:ext uri="{FF2B5EF4-FFF2-40B4-BE49-F238E27FC236}">
                <a16:creationId xmlns:a16="http://schemas.microsoft.com/office/drawing/2014/main" id="{E951D982-1522-46D0-82B2-1980C0224421}"/>
              </a:ext>
            </a:extLst>
          </p:cNvPr>
          <p:cNvSpPr>
            <a:spLocks noGrp="1"/>
          </p:cNvSpPr>
          <p:nvPr/>
        </p:nvSpPr>
        <p:spPr>
          <a:xfrm>
            <a:off x="6905625" y="9944100"/>
            <a:ext cx="2238375" cy="34290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记录动作 A</a:t>
            </a:r>
          </a:p>
        </p:txBody>
      </p:sp>
      <p:cxnSp>
        <p:nvCxnSpPr>
          <p:cNvPr id="98" name="action-schematic-0-0">
            <a:extLst>
              <a:ext uri="{FF2B5EF4-FFF2-40B4-BE49-F238E27FC236}">
                <a16:creationId xmlns:a16="http://schemas.microsoft.com/office/drawing/2014/main" id="{4B03BD59-08B5-4DED-B953-B9DC6CDE2BED}"/>
              </a:ext>
            </a:extLst>
          </p:cNvPr>
          <p:cNvCxnSpPr/>
          <p:nvPr/>
        </p:nvCxnSpPr>
        <p:spPr>
          <a:xfrm flipH="0" flipV="1">
            <a:off x="7000875" y="10572469"/>
            <a:ext cx="93085" cy="22665"/>
          </a:xfrm>
          <a:prstGeom prst="straightConnector1">
            <a:avLst/>
          </a:prstGeom>
          <a:ln w="23813">
            <a:solidFill>
              <a:srgbClr val="315E80"/>
            </a:solidFill>
            <a:prstDash val="solid"/>
            <a:tailEnd type="none" w="med" len="med"/>
          </a:ln>
        </p:spPr>
      </p:cxnSp>
      <p:cxnSp>
        <p:nvCxnSpPr>
          <p:cNvPr id="99" name="action-schematic-0-1">
            <a:extLst>
              <a:ext uri="{FF2B5EF4-FFF2-40B4-BE49-F238E27FC236}">
                <a16:creationId xmlns:a16="http://schemas.microsoft.com/office/drawing/2014/main" id="{F23E8E4F-7A22-428E-8A50-8312CD7508A0}"/>
              </a:ext>
            </a:extLst>
          </p:cNvPr>
          <p:cNvCxnSpPr/>
          <p:nvPr/>
        </p:nvCxnSpPr>
        <p:spPr>
          <a:xfrm flipH="0" flipV="1">
            <a:off x="7093960" y="10550628"/>
            <a:ext cx="93085" cy="21841"/>
          </a:xfrm>
          <a:prstGeom prst="straightConnector1">
            <a:avLst/>
          </a:prstGeom>
          <a:ln w="23813">
            <a:solidFill>
              <a:srgbClr val="315E80"/>
            </a:solidFill>
            <a:prstDash val="solid"/>
            <a:tailEnd type="none" w="med" len="med"/>
          </a:ln>
        </p:spPr>
      </p:cxnSp>
      <p:cxnSp>
        <p:nvCxnSpPr>
          <p:cNvPr id="100" name="action-schematic-0-2">
            <a:extLst>
              <a:ext uri="{FF2B5EF4-FFF2-40B4-BE49-F238E27FC236}">
                <a16:creationId xmlns:a16="http://schemas.microsoft.com/office/drawing/2014/main" id="{E4ED1A15-B736-4B20-ABE1-6DEECE4C9248}"/>
              </a:ext>
            </a:extLst>
          </p:cNvPr>
          <p:cNvCxnSpPr/>
          <p:nvPr/>
        </p:nvCxnSpPr>
        <p:spPr>
          <a:xfrm flipH="0" flipV="1">
            <a:off x="7187045" y="10530404"/>
            <a:ext cx="93085" cy="20224"/>
          </a:xfrm>
          <a:prstGeom prst="straightConnector1">
            <a:avLst/>
          </a:prstGeom>
          <a:ln w="23813">
            <a:solidFill>
              <a:srgbClr val="315E80"/>
            </a:solidFill>
            <a:prstDash val="solid"/>
            <a:tailEnd type="none" w="med" len="med"/>
          </a:ln>
        </p:spPr>
      </p:cxnSp>
      <p:cxnSp>
        <p:nvCxnSpPr>
          <p:cNvPr id="101" name="action-schematic-0-3">
            <a:extLst>
              <a:ext uri="{FF2B5EF4-FFF2-40B4-BE49-F238E27FC236}">
                <a16:creationId xmlns:a16="http://schemas.microsoft.com/office/drawing/2014/main" id="{F180FAFC-0978-423D-B498-D4538A1905D6}"/>
              </a:ext>
            </a:extLst>
          </p:cNvPr>
          <p:cNvCxnSpPr/>
          <p:nvPr/>
        </p:nvCxnSpPr>
        <p:spPr>
          <a:xfrm flipH="0" flipV="1">
            <a:off x="7280131" y="10512532"/>
            <a:ext cx="93085" cy="17872"/>
          </a:xfrm>
          <a:prstGeom prst="straightConnector1">
            <a:avLst/>
          </a:prstGeom>
          <a:ln w="23813">
            <a:solidFill>
              <a:srgbClr val="315E80"/>
            </a:solidFill>
            <a:prstDash val="solid"/>
            <a:tailEnd type="none" w="med" len="med"/>
          </a:ln>
        </p:spPr>
      </p:cxnSp>
      <p:cxnSp>
        <p:nvCxnSpPr>
          <p:cNvPr id="102" name="action-schematic-0-4">
            <a:extLst>
              <a:ext uri="{FF2B5EF4-FFF2-40B4-BE49-F238E27FC236}">
                <a16:creationId xmlns:a16="http://schemas.microsoft.com/office/drawing/2014/main" id="{F405A380-0FD8-487D-9EA1-F3ED34F7E25C}"/>
              </a:ext>
            </a:extLst>
          </p:cNvPr>
          <p:cNvCxnSpPr/>
          <p:nvPr/>
        </p:nvCxnSpPr>
        <p:spPr>
          <a:xfrm flipH="0" flipV="1">
            <a:off x="7373216" y="10497662"/>
            <a:ext cx="93085" cy="14871"/>
          </a:xfrm>
          <a:prstGeom prst="straightConnector1">
            <a:avLst/>
          </a:prstGeom>
          <a:ln w="23813">
            <a:solidFill>
              <a:srgbClr val="315E80"/>
            </a:solidFill>
            <a:prstDash val="solid"/>
            <a:tailEnd type="none" w="med" len="med"/>
          </a:ln>
        </p:spPr>
      </p:cxnSp>
      <p:cxnSp>
        <p:nvCxnSpPr>
          <p:cNvPr id="103" name="action-schematic-0-5">
            <a:extLst>
              <a:ext uri="{FF2B5EF4-FFF2-40B4-BE49-F238E27FC236}">
                <a16:creationId xmlns:a16="http://schemas.microsoft.com/office/drawing/2014/main" id="{EDD3570C-BC6C-4874-8F6B-01A181E80B2F}"/>
              </a:ext>
            </a:extLst>
          </p:cNvPr>
          <p:cNvCxnSpPr/>
          <p:nvPr/>
        </p:nvCxnSpPr>
        <p:spPr>
          <a:xfrm flipH="0" flipV="1">
            <a:off x="7466301" y="10486333"/>
            <a:ext cx="93085" cy="11329"/>
          </a:xfrm>
          <a:prstGeom prst="straightConnector1">
            <a:avLst/>
          </a:prstGeom>
          <a:ln w="23813">
            <a:solidFill>
              <a:srgbClr val="315E80"/>
            </a:solidFill>
            <a:prstDash val="solid"/>
            <a:tailEnd type="none" w="med" len="med"/>
          </a:ln>
        </p:spPr>
      </p:cxnSp>
      <p:cxnSp>
        <p:nvCxnSpPr>
          <p:cNvPr id="104" name="action-schematic-0-6">
            <a:extLst>
              <a:ext uri="{FF2B5EF4-FFF2-40B4-BE49-F238E27FC236}">
                <a16:creationId xmlns:a16="http://schemas.microsoft.com/office/drawing/2014/main" id="{3B5B7A5C-46BA-4444-9CF3-258CDFAEC684}"/>
              </a:ext>
            </a:extLst>
          </p:cNvPr>
          <p:cNvCxnSpPr/>
          <p:nvPr/>
        </p:nvCxnSpPr>
        <p:spPr>
          <a:xfrm flipH="0" flipV="1">
            <a:off x="7559386" y="10478957"/>
            <a:ext cx="93085" cy="7375"/>
          </a:xfrm>
          <a:prstGeom prst="straightConnector1">
            <a:avLst/>
          </a:prstGeom>
          <a:ln w="23813">
            <a:solidFill>
              <a:srgbClr val="315E80"/>
            </a:solidFill>
            <a:prstDash val="solid"/>
            <a:tailEnd type="none" w="med" len="med"/>
          </a:ln>
        </p:spPr>
      </p:cxnSp>
      <p:cxnSp>
        <p:nvCxnSpPr>
          <p:cNvPr id="105" name="action-schematic-0-7">
            <a:extLst>
              <a:ext uri="{FF2B5EF4-FFF2-40B4-BE49-F238E27FC236}">
                <a16:creationId xmlns:a16="http://schemas.microsoft.com/office/drawing/2014/main" id="{7FE70121-5116-4087-B481-9E20A734C839}"/>
              </a:ext>
            </a:extLst>
          </p:cNvPr>
          <p:cNvCxnSpPr/>
          <p:nvPr/>
        </p:nvCxnSpPr>
        <p:spPr>
          <a:xfrm flipH="0" flipV="1">
            <a:off x="7652472" y="10475803"/>
            <a:ext cx="93085" cy="3154"/>
          </a:xfrm>
          <a:prstGeom prst="straightConnector1">
            <a:avLst/>
          </a:prstGeom>
          <a:ln w="23813">
            <a:solidFill>
              <a:srgbClr val="315E80"/>
            </a:solidFill>
            <a:prstDash val="solid"/>
            <a:tailEnd type="none" w="med" len="med"/>
          </a:ln>
        </p:spPr>
      </p:cxnSp>
      <p:cxnSp>
        <p:nvCxnSpPr>
          <p:cNvPr id="106" name="action-schematic-0-8">
            <a:extLst>
              <a:ext uri="{FF2B5EF4-FFF2-40B4-BE49-F238E27FC236}">
                <a16:creationId xmlns:a16="http://schemas.microsoft.com/office/drawing/2014/main" id="{385DD465-9F75-4F60-B3D1-565A4D9D4CD9}"/>
              </a:ext>
            </a:extLst>
          </p:cNvPr>
          <p:cNvCxnSpPr/>
          <p:nvPr/>
        </p:nvCxnSpPr>
        <p:spPr>
          <a:xfrm flipH="0" flipV="0">
            <a:off x="7745557" y="10475803"/>
            <a:ext cx="93085" cy="1182"/>
          </a:xfrm>
          <a:prstGeom prst="straightConnector1">
            <a:avLst/>
          </a:prstGeom>
          <a:ln w="23813">
            <a:solidFill>
              <a:srgbClr val="315E80"/>
            </a:solidFill>
            <a:prstDash val="solid"/>
            <a:tailEnd type="none" w="med" len="med"/>
          </a:ln>
        </p:spPr>
      </p:cxnSp>
      <p:cxnSp>
        <p:nvCxnSpPr>
          <p:cNvPr id="107" name="action-schematic-0-9">
            <a:extLst>
              <a:ext uri="{FF2B5EF4-FFF2-40B4-BE49-F238E27FC236}">
                <a16:creationId xmlns:a16="http://schemas.microsoft.com/office/drawing/2014/main" id="{8A9D8F4F-74AA-4113-9ABF-FFA5F967547C}"/>
              </a:ext>
            </a:extLst>
          </p:cNvPr>
          <p:cNvCxnSpPr/>
          <p:nvPr/>
        </p:nvCxnSpPr>
        <p:spPr>
          <a:xfrm flipH="0" flipV="0">
            <a:off x="7838642" y="10476985"/>
            <a:ext cx="93085" cy="5475"/>
          </a:xfrm>
          <a:prstGeom prst="straightConnector1">
            <a:avLst/>
          </a:prstGeom>
          <a:ln w="23813">
            <a:solidFill>
              <a:srgbClr val="315E80"/>
            </a:solidFill>
            <a:prstDash val="solid"/>
            <a:tailEnd type="none" w="med" len="med"/>
          </a:ln>
        </p:spPr>
      </p:cxnSp>
      <p:cxnSp>
        <p:nvCxnSpPr>
          <p:cNvPr id="108" name="action-schematic-0-10">
            <a:extLst>
              <a:ext uri="{FF2B5EF4-FFF2-40B4-BE49-F238E27FC236}">
                <a16:creationId xmlns:a16="http://schemas.microsoft.com/office/drawing/2014/main" id="{6213C8D0-D806-4182-868B-A4EB3BEE85F3}"/>
              </a:ext>
            </a:extLst>
          </p:cNvPr>
          <p:cNvCxnSpPr/>
          <p:nvPr/>
        </p:nvCxnSpPr>
        <p:spPr>
          <a:xfrm flipH="0" flipV="0">
            <a:off x="7931727" y="10482460"/>
            <a:ext cx="93085" cy="9569"/>
          </a:xfrm>
          <a:prstGeom prst="straightConnector1">
            <a:avLst/>
          </a:prstGeom>
          <a:ln w="23813">
            <a:solidFill>
              <a:srgbClr val="315E80"/>
            </a:solidFill>
            <a:prstDash val="solid"/>
            <a:tailEnd type="none" w="med" len="med"/>
          </a:ln>
        </p:spPr>
      </p:cxnSp>
      <p:cxnSp>
        <p:nvCxnSpPr>
          <p:cNvPr id="109" name="action-schematic-0-11">
            <a:extLst>
              <a:ext uri="{FF2B5EF4-FFF2-40B4-BE49-F238E27FC236}">
                <a16:creationId xmlns:a16="http://schemas.microsoft.com/office/drawing/2014/main" id="{53C9303D-C491-4636-9693-DE1243A9DB02}"/>
              </a:ext>
            </a:extLst>
          </p:cNvPr>
          <p:cNvCxnSpPr/>
          <p:nvPr/>
        </p:nvCxnSpPr>
        <p:spPr>
          <a:xfrm flipH="0" flipV="0">
            <a:off x="8024813" y="10492029"/>
            <a:ext cx="93085" cy="13315"/>
          </a:xfrm>
          <a:prstGeom prst="straightConnector1">
            <a:avLst/>
          </a:prstGeom>
          <a:ln w="23813">
            <a:solidFill>
              <a:srgbClr val="315E80"/>
            </a:solidFill>
            <a:prstDash val="solid"/>
            <a:tailEnd type="none" w="med" len="med"/>
          </a:ln>
        </p:spPr>
      </p:cxnSp>
      <p:cxnSp>
        <p:nvCxnSpPr>
          <p:cNvPr id="110" name="action-schematic-0-12">
            <a:extLst>
              <a:ext uri="{FF2B5EF4-FFF2-40B4-BE49-F238E27FC236}">
                <a16:creationId xmlns:a16="http://schemas.microsoft.com/office/drawing/2014/main" id="{2F2587D9-8D17-47A7-AF57-91CFEEC95DF6}"/>
              </a:ext>
            </a:extLst>
          </p:cNvPr>
          <p:cNvCxnSpPr/>
          <p:nvPr/>
        </p:nvCxnSpPr>
        <p:spPr>
          <a:xfrm flipH="0" flipV="0">
            <a:off x="8117898" y="10505344"/>
            <a:ext cx="93085" cy="16578"/>
          </a:xfrm>
          <a:prstGeom prst="straightConnector1">
            <a:avLst/>
          </a:prstGeom>
          <a:ln w="23813">
            <a:solidFill>
              <a:srgbClr val="315E80"/>
            </a:solidFill>
            <a:prstDash val="solid"/>
            <a:tailEnd type="none" w="med" len="med"/>
          </a:ln>
        </p:spPr>
      </p:cxnSp>
      <p:cxnSp>
        <p:nvCxnSpPr>
          <p:cNvPr id="111" name="action-schematic-0-13">
            <a:extLst>
              <a:ext uri="{FF2B5EF4-FFF2-40B4-BE49-F238E27FC236}">
                <a16:creationId xmlns:a16="http://schemas.microsoft.com/office/drawing/2014/main" id="{36A1EB1D-9E65-4B85-97B4-13D8DF6A34E0}"/>
              </a:ext>
            </a:extLst>
          </p:cNvPr>
          <p:cNvCxnSpPr/>
          <p:nvPr/>
        </p:nvCxnSpPr>
        <p:spPr>
          <a:xfrm flipH="0" flipV="0">
            <a:off x="8210983" y="10521922"/>
            <a:ext cx="93085" cy="19238"/>
          </a:xfrm>
          <a:prstGeom prst="straightConnector1">
            <a:avLst/>
          </a:prstGeom>
          <a:ln w="23813">
            <a:solidFill>
              <a:srgbClr val="315E80"/>
            </a:solidFill>
            <a:prstDash val="solid"/>
            <a:tailEnd type="none" w="med" len="med"/>
          </a:ln>
        </p:spPr>
      </p:cxnSp>
      <p:cxnSp>
        <p:nvCxnSpPr>
          <p:cNvPr id="112" name="action-schematic-0-14">
            <a:extLst>
              <a:ext uri="{FF2B5EF4-FFF2-40B4-BE49-F238E27FC236}">
                <a16:creationId xmlns:a16="http://schemas.microsoft.com/office/drawing/2014/main" id="{6832D4A1-18A0-4AEF-B20E-A2B95DC27494}"/>
              </a:ext>
            </a:extLst>
          </p:cNvPr>
          <p:cNvCxnSpPr/>
          <p:nvPr/>
        </p:nvCxnSpPr>
        <p:spPr>
          <a:xfrm flipH="0" flipV="0">
            <a:off x="8304068" y="10541160"/>
            <a:ext cx="93085" cy="21199"/>
          </a:xfrm>
          <a:prstGeom prst="straightConnector1">
            <a:avLst/>
          </a:prstGeom>
          <a:ln w="23813">
            <a:solidFill>
              <a:srgbClr val="315E80"/>
            </a:solidFill>
            <a:prstDash val="solid"/>
            <a:tailEnd type="none" w="med" len="med"/>
          </a:ln>
        </p:spPr>
      </p:cxnSp>
      <p:cxnSp>
        <p:nvCxnSpPr>
          <p:cNvPr id="113" name="action-schematic-0-15">
            <a:extLst>
              <a:ext uri="{FF2B5EF4-FFF2-40B4-BE49-F238E27FC236}">
                <a16:creationId xmlns:a16="http://schemas.microsoft.com/office/drawing/2014/main" id="{E3E1A1BE-55DA-482F-8E06-2E8229AB65AB}"/>
              </a:ext>
            </a:extLst>
          </p:cNvPr>
          <p:cNvCxnSpPr/>
          <p:nvPr/>
        </p:nvCxnSpPr>
        <p:spPr>
          <a:xfrm flipH="0" flipV="0">
            <a:off x="8397153" y="10562360"/>
            <a:ext cx="93085" cy="22390"/>
          </a:xfrm>
          <a:prstGeom prst="straightConnector1">
            <a:avLst/>
          </a:prstGeom>
          <a:ln w="23813">
            <a:solidFill>
              <a:srgbClr val="315E80"/>
            </a:solidFill>
            <a:prstDash val="solid"/>
            <a:tailEnd type="none" w="med" len="med"/>
          </a:ln>
        </p:spPr>
      </p:cxnSp>
      <p:cxnSp>
        <p:nvCxnSpPr>
          <p:cNvPr id="114" name="action-schematic-0-16">
            <a:extLst>
              <a:ext uri="{FF2B5EF4-FFF2-40B4-BE49-F238E27FC236}">
                <a16:creationId xmlns:a16="http://schemas.microsoft.com/office/drawing/2014/main" id="{818B970D-3790-4AB6-A2F4-56C55B57C4A5}"/>
              </a:ext>
            </a:extLst>
          </p:cNvPr>
          <p:cNvCxnSpPr/>
          <p:nvPr/>
        </p:nvCxnSpPr>
        <p:spPr>
          <a:xfrm flipH="0" flipV="0">
            <a:off x="8490239" y="10584750"/>
            <a:ext cx="93085" cy="22767"/>
          </a:xfrm>
          <a:prstGeom prst="straightConnector1">
            <a:avLst/>
          </a:prstGeom>
          <a:ln w="23813">
            <a:solidFill>
              <a:srgbClr val="315E80"/>
            </a:solidFill>
            <a:prstDash val="solid"/>
            <a:tailEnd type="none" w="med" len="med"/>
          </a:ln>
        </p:spPr>
      </p:cxnSp>
      <p:cxnSp>
        <p:nvCxnSpPr>
          <p:cNvPr id="115" name="action-schematic-0-17">
            <a:extLst>
              <a:ext uri="{FF2B5EF4-FFF2-40B4-BE49-F238E27FC236}">
                <a16:creationId xmlns:a16="http://schemas.microsoft.com/office/drawing/2014/main" id="{0EEAAE2D-D7D4-4E03-B673-589A429D6A18}"/>
              </a:ext>
            </a:extLst>
          </p:cNvPr>
          <p:cNvCxnSpPr/>
          <p:nvPr/>
        </p:nvCxnSpPr>
        <p:spPr>
          <a:xfrm flipH="0" flipV="0">
            <a:off x="8583324" y="10607517"/>
            <a:ext cx="93085" cy="22317"/>
          </a:xfrm>
          <a:prstGeom prst="straightConnector1">
            <a:avLst/>
          </a:prstGeom>
          <a:ln w="23813">
            <a:solidFill>
              <a:srgbClr val="315E80"/>
            </a:solidFill>
            <a:prstDash val="solid"/>
            <a:tailEnd type="none" w="med" len="med"/>
          </a:ln>
        </p:spPr>
      </p:cxnSp>
      <p:cxnSp>
        <p:nvCxnSpPr>
          <p:cNvPr id="116" name="action-schematic-0-18">
            <a:extLst>
              <a:ext uri="{FF2B5EF4-FFF2-40B4-BE49-F238E27FC236}">
                <a16:creationId xmlns:a16="http://schemas.microsoft.com/office/drawing/2014/main" id="{0699F7CE-D596-420F-A945-8DBE332E786D}"/>
              </a:ext>
            </a:extLst>
          </p:cNvPr>
          <p:cNvCxnSpPr/>
          <p:nvPr/>
        </p:nvCxnSpPr>
        <p:spPr>
          <a:xfrm flipH="0" flipV="0">
            <a:off x="8676409" y="10629835"/>
            <a:ext cx="93085" cy="21057"/>
          </a:xfrm>
          <a:prstGeom prst="straightConnector1">
            <a:avLst/>
          </a:prstGeom>
          <a:ln w="23813">
            <a:solidFill>
              <a:srgbClr val="315E80"/>
            </a:solidFill>
            <a:prstDash val="solid"/>
            <a:tailEnd type="none" w="med" len="med"/>
          </a:ln>
        </p:spPr>
      </p:cxnSp>
      <p:cxnSp>
        <p:nvCxnSpPr>
          <p:cNvPr id="117" name="action-schematic-0-19">
            <a:extLst>
              <a:ext uri="{FF2B5EF4-FFF2-40B4-BE49-F238E27FC236}">
                <a16:creationId xmlns:a16="http://schemas.microsoft.com/office/drawing/2014/main" id="{D1D3C8C6-4E3B-49CF-98D5-5C228606674D}"/>
              </a:ext>
            </a:extLst>
          </p:cNvPr>
          <p:cNvCxnSpPr/>
          <p:nvPr/>
        </p:nvCxnSpPr>
        <p:spPr>
          <a:xfrm flipH="0" flipV="0">
            <a:off x="8769494" y="10650891"/>
            <a:ext cx="93085" cy="19031"/>
          </a:xfrm>
          <a:prstGeom prst="straightConnector1">
            <a:avLst/>
          </a:prstGeom>
          <a:ln w="23813">
            <a:solidFill>
              <a:srgbClr val="315E80"/>
            </a:solidFill>
            <a:prstDash val="solid"/>
            <a:tailEnd type="none" w="med" len="med"/>
          </a:ln>
        </p:spPr>
      </p:cxnSp>
      <p:cxnSp>
        <p:nvCxnSpPr>
          <p:cNvPr id="118" name="action-schematic-0-20">
            <a:extLst>
              <a:ext uri="{FF2B5EF4-FFF2-40B4-BE49-F238E27FC236}">
                <a16:creationId xmlns:a16="http://schemas.microsoft.com/office/drawing/2014/main" id="{A51FB9EA-36E2-4562-9BA3-CD367ADC1048}"/>
              </a:ext>
            </a:extLst>
          </p:cNvPr>
          <p:cNvCxnSpPr/>
          <p:nvPr/>
        </p:nvCxnSpPr>
        <p:spPr>
          <a:xfrm flipH="0" flipV="0">
            <a:off x="8862580" y="10669922"/>
            <a:ext cx="93085" cy="16313"/>
          </a:xfrm>
          <a:prstGeom prst="straightConnector1">
            <a:avLst/>
          </a:prstGeom>
          <a:ln w="23813">
            <a:solidFill>
              <a:srgbClr val="315E80"/>
            </a:solidFill>
            <a:prstDash val="solid"/>
            <a:tailEnd type="none" w="med" len="med"/>
          </a:ln>
        </p:spPr>
      </p:cxnSp>
      <p:cxnSp>
        <p:nvCxnSpPr>
          <p:cNvPr id="119" name="action-schematic-0-21">
            <a:extLst>
              <a:ext uri="{FF2B5EF4-FFF2-40B4-BE49-F238E27FC236}">
                <a16:creationId xmlns:a16="http://schemas.microsoft.com/office/drawing/2014/main" id="{2CCF963F-F189-4D86-B969-89D11957104E}"/>
              </a:ext>
            </a:extLst>
          </p:cNvPr>
          <p:cNvCxnSpPr/>
          <p:nvPr/>
        </p:nvCxnSpPr>
        <p:spPr>
          <a:xfrm flipH="0" flipV="0">
            <a:off x="8955665" y="10686235"/>
            <a:ext cx="93085" cy="13003"/>
          </a:xfrm>
          <a:prstGeom prst="straightConnector1">
            <a:avLst/>
          </a:prstGeom>
          <a:ln w="23813">
            <a:solidFill>
              <a:srgbClr val="315E80"/>
            </a:solidFill>
            <a:prstDash val="solid"/>
            <a:tailEnd type="none" w="med" len="med"/>
          </a:ln>
        </p:spPr>
      </p:cxnSp>
      <p:cxnSp>
        <p:nvCxnSpPr>
          <p:cNvPr id="120" name="action-schematic-1-0">
            <a:extLst>
              <a:ext uri="{FF2B5EF4-FFF2-40B4-BE49-F238E27FC236}">
                <a16:creationId xmlns:a16="http://schemas.microsoft.com/office/drawing/2014/main" id="{057EB895-811B-4E08-84F1-CF98F1A52DA3}"/>
              </a:ext>
            </a:extLst>
          </p:cNvPr>
          <p:cNvCxnSpPr/>
          <p:nvPr/>
        </p:nvCxnSpPr>
        <p:spPr>
          <a:xfrm flipH="0" flipV="0">
            <a:off x="7000875" y="10486549"/>
            <a:ext cx="93085" cy="29036"/>
          </a:xfrm>
          <a:prstGeom prst="straightConnector1">
            <a:avLst/>
          </a:prstGeom>
          <a:ln w="23813">
            <a:solidFill>
              <a:srgbClr val="427568"/>
            </a:solidFill>
            <a:prstDash val="solid"/>
            <a:tailEnd type="none" w="med" len="med"/>
          </a:ln>
        </p:spPr>
      </p:cxnSp>
      <p:cxnSp>
        <p:nvCxnSpPr>
          <p:cNvPr id="121" name="action-schematic-1-1">
            <a:extLst>
              <a:ext uri="{FF2B5EF4-FFF2-40B4-BE49-F238E27FC236}">
                <a16:creationId xmlns:a16="http://schemas.microsoft.com/office/drawing/2014/main" id="{C274E548-87D7-4DC8-9F00-62F62C86BE6E}"/>
              </a:ext>
            </a:extLst>
          </p:cNvPr>
          <p:cNvCxnSpPr/>
          <p:nvPr/>
        </p:nvCxnSpPr>
        <p:spPr>
          <a:xfrm flipH="0" flipV="0">
            <a:off x="7093960" y="10515584"/>
            <a:ext cx="93085" cy="27368"/>
          </a:xfrm>
          <a:prstGeom prst="straightConnector1">
            <a:avLst/>
          </a:prstGeom>
          <a:ln w="23813">
            <a:solidFill>
              <a:srgbClr val="427568"/>
            </a:solidFill>
            <a:prstDash val="solid"/>
            <a:tailEnd type="none" w="med" len="med"/>
          </a:ln>
        </p:spPr>
      </p:cxnSp>
      <p:cxnSp>
        <p:nvCxnSpPr>
          <p:cNvPr id="122" name="action-schematic-1-2">
            <a:extLst>
              <a:ext uri="{FF2B5EF4-FFF2-40B4-BE49-F238E27FC236}">
                <a16:creationId xmlns:a16="http://schemas.microsoft.com/office/drawing/2014/main" id="{12E0C6C4-6ED3-4BB9-BC95-AFCCBE7D2FDD}"/>
              </a:ext>
            </a:extLst>
          </p:cNvPr>
          <p:cNvCxnSpPr/>
          <p:nvPr/>
        </p:nvCxnSpPr>
        <p:spPr>
          <a:xfrm flipH="0" flipV="0">
            <a:off x="7187045" y="10542952"/>
            <a:ext cx="93085" cy="24164"/>
          </a:xfrm>
          <a:prstGeom prst="straightConnector1">
            <a:avLst/>
          </a:prstGeom>
          <a:ln w="23813">
            <a:solidFill>
              <a:srgbClr val="427568"/>
            </a:solidFill>
            <a:prstDash val="solid"/>
            <a:tailEnd type="none" w="med" len="med"/>
          </a:ln>
        </p:spPr>
      </p:cxnSp>
      <p:cxnSp>
        <p:nvCxnSpPr>
          <p:cNvPr id="123" name="action-schematic-1-3">
            <a:extLst>
              <a:ext uri="{FF2B5EF4-FFF2-40B4-BE49-F238E27FC236}">
                <a16:creationId xmlns:a16="http://schemas.microsoft.com/office/drawing/2014/main" id="{C6763323-4602-4914-8105-C2330D852B0E}"/>
              </a:ext>
            </a:extLst>
          </p:cNvPr>
          <p:cNvCxnSpPr/>
          <p:nvPr/>
        </p:nvCxnSpPr>
        <p:spPr>
          <a:xfrm flipH="0" flipV="0">
            <a:off x="7280131" y="10567116"/>
            <a:ext cx="93085" cy="19676"/>
          </a:xfrm>
          <a:prstGeom prst="straightConnector1">
            <a:avLst/>
          </a:prstGeom>
          <a:ln w="23813">
            <a:solidFill>
              <a:srgbClr val="427568"/>
            </a:solidFill>
            <a:prstDash val="solid"/>
            <a:tailEnd type="none" w="med" len="med"/>
          </a:ln>
        </p:spPr>
      </p:cxnSp>
      <p:cxnSp>
        <p:nvCxnSpPr>
          <p:cNvPr id="124" name="action-schematic-1-4">
            <a:extLst>
              <a:ext uri="{FF2B5EF4-FFF2-40B4-BE49-F238E27FC236}">
                <a16:creationId xmlns:a16="http://schemas.microsoft.com/office/drawing/2014/main" id="{7EB7EF39-8675-4F99-B497-3C790776AF8E}"/>
              </a:ext>
            </a:extLst>
          </p:cNvPr>
          <p:cNvCxnSpPr/>
          <p:nvPr/>
        </p:nvCxnSpPr>
        <p:spPr>
          <a:xfrm flipH="0" flipV="0">
            <a:off x="7373216" y="10586792"/>
            <a:ext cx="93085" cy="14260"/>
          </a:xfrm>
          <a:prstGeom prst="straightConnector1">
            <a:avLst/>
          </a:prstGeom>
          <a:ln w="23813">
            <a:solidFill>
              <a:srgbClr val="427568"/>
            </a:solidFill>
            <a:prstDash val="solid"/>
            <a:tailEnd type="none" w="med" len="med"/>
          </a:ln>
        </p:spPr>
      </p:cxnSp>
      <p:cxnSp>
        <p:nvCxnSpPr>
          <p:cNvPr id="125" name="action-schematic-1-5">
            <a:extLst>
              <a:ext uri="{FF2B5EF4-FFF2-40B4-BE49-F238E27FC236}">
                <a16:creationId xmlns:a16="http://schemas.microsoft.com/office/drawing/2014/main" id="{F0F44CA5-3807-4849-8C8F-BE310CB02022}"/>
              </a:ext>
            </a:extLst>
          </p:cNvPr>
          <p:cNvCxnSpPr/>
          <p:nvPr/>
        </p:nvCxnSpPr>
        <p:spPr>
          <a:xfrm flipH="0" flipV="0">
            <a:off x="7466301" y="10601052"/>
            <a:ext cx="93085" cy="8341"/>
          </a:xfrm>
          <a:prstGeom prst="straightConnector1">
            <a:avLst/>
          </a:prstGeom>
          <a:ln w="23813">
            <a:solidFill>
              <a:srgbClr val="427568"/>
            </a:solidFill>
            <a:prstDash val="solid"/>
            <a:tailEnd type="none" w="med" len="med"/>
          </a:ln>
        </p:spPr>
      </p:cxnSp>
      <p:cxnSp>
        <p:nvCxnSpPr>
          <p:cNvPr id="126" name="action-schematic-1-6">
            <a:extLst>
              <a:ext uri="{FF2B5EF4-FFF2-40B4-BE49-F238E27FC236}">
                <a16:creationId xmlns:a16="http://schemas.microsoft.com/office/drawing/2014/main" id="{8C583E36-C850-4999-AEAC-65E98C8F9E5D}"/>
              </a:ext>
            </a:extLst>
          </p:cNvPr>
          <p:cNvCxnSpPr/>
          <p:nvPr/>
        </p:nvCxnSpPr>
        <p:spPr>
          <a:xfrm flipH="0" flipV="0">
            <a:off x="7559386" y="10609393"/>
            <a:ext cx="93085" cy="2387"/>
          </a:xfrm>
          <a:prstGeom prst="straightConnector1">
            <a:avLst/>
          </a:prstGeom>
          <a:ln w="23813">
            <a:solidFill>
              <a:srgbClr val="427568"/>
            </a:solidFill>
            <a:prstDash val="solid"/>
            <a:tailEnd type="none" w="med" len="med"/>
          </a:ln>
        </p:spPr>
      </p:cxnSp>
      <p:cxnSp>
        <p:nvCxnSpPr>
          <p:cNvPr id="127" name="action-schematic-1-7">
            <a:extLst>
              <a:ext uri="{FF2B5EF4-FFF2-40B4-BE49-F238E27FC236}">
                <a16:creationId xmlns:a16="http://schemas.microsoft.com/office/drawing/2014/main" id="{B7EB969C-5214-4238-94DA-F64FEC882D57}"/>
              </a:ext>
            </a:extLst>
          </p:cNvPr>
          <p:cNvCxnSpPr/>
          <p:nvPr/>
        </p:nvCxnSpPr>
        <p:spPr>
          <a:xfrm flipH="0" flipV="1">
            <a:off x="7652472" y="10608649"/>
            <a:ext cx="93085" cy="3132"/>
          </a:xfrm>
          <a:prstGeom prst="straightConnector1">
            <a:avLst/>
          </a:prstGeom>
          <a:ln w="23813">
            <a:solidFill>
              <a:srgbClr val="427568"/>
            </a:solidFill>
            <a:prstDash val="solid"/>
            <a:tailEnd type="none" w="med" len="med"/>
          </a:ln>
        </p:spPr>
      </p:cxnSp>
      <p:cxnSp>
        <p:nvCxnSpPr>
          <p:cNvPr id="128" name="action-schematic-1-8">
            <a:extLst>
              <a:ext uri="{FF2B5EF4-FFF2-40B4-BE49-F238E27FC236}">
                <a16:creationId xmlns:a16="http://schemas.microsoft.com/office/drawing/2014/main" id="{70049CA1-BFB7-4313-9EDB-EB85711F9858}"/>
              </a:ext>
            </a:extLst>
          </p:cNvPr>
          <p:cNvCxnSpPr/>
          <p:nvPr/>
        </p:nvCxnSpPr>
        <p:spPr>
          <a:xfrm flipH="0" flipV="1">
            <a:off x="7745557" y="10600868"/>
            <a:ext cx="93085" cy="7781"/>
          </a:xfrm>
          <a:prstGeom prst="straightConnector1">
            <a:avLst/>
          </a:prstGeom>
          <a:ln w="23813">
            <a:solidFill>
              <a:srgbClr val="427568"/>
            </a:solidFill>
            <a:prstDash val="solid"/>
            <a:tailEnd type="none" w="med" len="med"/>
          </a:ln>
        </p:spPr>
      </p:cxnSp>
      <p:cxnSp>
        <p:nvCxnSpPr>
          <p:cNvPr id="129" name="action-schematic-1-9">
            <a:extLst>
              <a:ext uri="{FF2B5EF4-FFF2-40B4-BE49-F238E27FC236}">
                <a16:creationId xmlns:a16="http://schemas.microsoft.com/office/drawing/2014/main" id="{063675D3-75AF-43B8-A973-3031CFCACB1D}"/>
              </a:ext>
            </a:extLst>
          </p:cNvPr>
          <p:cNvCxnSpPr/>
          <p:nvPr/>
        </p:nvCxnSpPr>
        <p:spPr>
          <a:xfrm flipH="0" flipV="1">
            <a:off x="7838642" y="10589676"/>
            <a:ext cx="93085" cy="11193"/>
          </a:xfrm>
          <a:prstGeom prst="straightConnector1">
            <a:avLst/>
          </a:prstGeom>
          <a:ln w="23813">
            <a:solidFill>
              <a:srgbClr val="427568"/>
            </a:solidFill>
            <a:prstDash val="solid"/>
            <a:tailEnd type="none" w="med" len="med"/>
          </a:ln>
        </p:spPr>
      </p:cxnSp>
      <p:cxnSp>
        <p:nvCxnSpPr>
          <p:cNvPr id="130" name="action-schematic-1-10">
            <a:extLst>
              <a:ext uri="{FF2B5EF4-FFF2-40B4-BE49-F238E27FC236}">
                <a16:creationId xmlns:a16="http://schemas.microsoft.com/office/drawing/2014/main" id="{FA614FF3-82E6-4F6E-8E2F-66007E684D41}"/>
              </a:ext>
            </a:extLst>
          </p:cNvPr>
          <p:cNvCxnSpPr/>
          <p:nvPr/>
        </p:nvCxnSpPr>
        <p:spPr>
          <a:xfrm flipH="0" flipV="1">
            <a:off x="7931727" y="10576577"/>
            <a:ext cx="93085" cy="13098"/>
          </a:xfrm>
          <a:prstGeom prst="straightConnector1">
            <a:avLst/>
          </a:prstGeom>
          <a:ln w="23813">
            <a:solidFill>
              <a:srgbClr val="427568"/>
            </a:solidFill>
            <a:prstDash val="solid"/>
            <a:tailEnd type="none" w="med" len="med"/>
          </a:ln>
        </p:spPr>
      </p:cxnSp>
      <p:cxnSp>
        <p:nvCxnSpPr>
          <p:cNvPr id="131" name="action-schematic-1-11">
            <a:extLst>
              <a:ext uri="{FF2B5EF4-FFF2-40B4-BE49-F238E27FC236}">
                <a16:creationId xmlns:a16="http://schemas.microsoft.com/office/drawing/2014/main" id="{22E01285-EF3C-410A-9443-EC34247D3001}"/>
              </a:ext>
            </a:extLst>
          </p:cNvPr>
          <p:cNvCxnSpPr/>
          <p:nvPr/>
        </p:nvCxnSpPr>
        <p:spPr>
          <a:xfrm flipH="0" flipV="1">
            <a:off x="8024813" y="10563230"/>
            <a:ext cx="93085" cy="13348"/>
          </a:xfrm>
          <a:prstGeom prst="straightConnector1">
            <a:avLst/>
          </a:prstGeom>
          <a:ln w="23813">
            <a:solidFill>
              <a:srgbClr val="427568"/>
            </a:solidFill>
            <a:prstDash val="solid"/>
            <a:tailEnd type="none" w="med" len="med"/>
          </a:ln>
        </p:spPr>
      </p:cxnSp>
      <p:cxnSp>
        <p:nvCxnSpPr>
          <p:cNvPr id="132" name="action-schematic-1-12">
            <a:extLst>
              <a:ext uri="{FF2B5EF4-FFF2-40B4-BE49-F238E27FC236}">
                <a16:creationId xmlns:a16="http://schemas.microsoft.com/office/drawing/2014/main" id="{F6260CA6-CACD-45A2-85D9-C4F0EA56A732}"/>
              </a:ext>
            </a:extLst>
          </p:cNvPr>
          <p:cNvCxnSpPr/>
          <p:nvPr/>
        </p:nvCxnSpPr>
        <p:spPr>
          <a:xfrm flipH="0" flipV="1">
            <a:off x="8117898" y="10551309"/>
            <a:ext cx="93085" cy="11921"/>
          </a:xfrm>
          <a:prstGeom prst="straightConnector1">
            <a:avLst/>
          </a:prstGeom>
          <a:ln w="23813">
            <a:solidFill>
              <a:srgbClr val="427568"/>
            </a:solidFill>
            <a:prstDash val="solid"/>
            <a:tailEnd type="none" w="med" len="med"/>
          </a:ln>
        </p:spPr>
      </p:cxnSp>
      <p:cxnSp>
        <p:nvCxnSpPr>
          <p:cNvPr id="133" name="action-schematic-1-13">
            <a:extLst>
              <a:ext uri="{FF2B5EF4-FFF2-40B4-BE49-F238E27FC236}">
                <a16:creationId xmlns:a16="http://schemas.microsoft.com/office/drawing/2014/main" id="{2F60D741-989F-4E90-9907-AE10A428892C}"/>
              </a:ext>
            </a:extLst>
          </p:cNvPr>
          <p:cNvCxnSpPr/>
          <p:nvPr/>
        </p:nvCxnSpPr>
        <p:spPr>
          <a:xfrm flipH="0" flipV="1">
            <a:off x="8210983" y="10542378"/>
            <a:ext cx="93085" cy="8931"/>
          </a:xfrm>
          <a:prstGeom prst="straightConnector1">
            <a:avLst/>
          </a:prstGeom>
          <a:ln w="23813">
            <a:solidFill>
              <a:srgbClr val="427568"/>
            </a:solidFill>
            <a:prstDash val="solid"/>
            <a:tailEnd type="none" w="med" len="med"/>
          </a:ln>
        </p:spPr>
      </p:cxnSp>
      <p:cxnSp>
        <p:nvCxnSpPr>
          <p:cNvPr id="134" name="action-schematic-1-14">
            <a:extLst>
              <a:ext uri="{FF2B5EF4-FFF2-40B4-BE49-F238E27FC236}">
                <a16:creationId xmlns:a16="http://schemas.microsoft.com/office/drawing/2014/main" id="{8854C844-5C93-4FE9-812A-1EEE3F3D11F6}"/>
              </a:ext>
            </a:extLst>
          </p:cNvPr>
          <p:cNvCxnSpPr/>
          <p:nvPr/>
        </p:nvCxnSpPr>
        <p:spPr>
          <a:xfrm flipH="0" flipV="1">
            <a:off x="8304068" y="10537766"/>
            <a:ext cx="93085" cy="4613"/>
          </a:xfrm>
          <a:prstGeom prst="straightConnector1">
            <a:avLst/>
          </a:prstGeom>
          <a:ln w="23813">
            <a:solidFill>
              <a:srgbClr val="427568"/>
            </a:solidFill>
            <a:prstDash val="solid"/>
            <a:tailEnd type="none" w="med" len="med"/>
          </a:ln>
        </p:spPr>
      </p:cxnSp>
      <p:cxnSp>
        <p:nvCxnSpPr>
          <p:cNvPr id="135" name="action-schematic-1-15">
            <a:extLst>
              <a:ext uri="{FF2B5EF4-FFF2-40B4-BE49-F238E27FC236}">
                <a16:creationId xmlns:a16="http://schemas.microsoft.com/office/drawing/2014/main" id="{638BA501-2426-4313-A734-0A342C4EFD3A}"/>
              </a:ext>
            </a:extLst>
          </p:cNvPr>
          <p:cNvCxnSpPr/>
          <p:nvPr/>
        </p:nvCxnSpPr>
        <p:spPr>
          <a:xfrm flipH="0" flipV="0">
            <a:off x="8397153" y="10537766"/>
            <a:ext cx="93085" cy="693"/>
          </a:xfrm>
          <a:prstGeom prst="straightConnector1">
            <a:avLst/>
          </a:prstGeom>
          <a:ln w="23813">
            <a:solidFill>
              <a:srgbClr val="427568"/>
            </a:solidFill>
            <a:prstDash val="solid"/>
            <a:tailEnd type="none" w="med" len="med"/>
          </a:ln>
        </p:spPr>
      </p:cxnSp>
      <p:cxnSp>
        <p:nvCxnSpPr>
          <p:cNvPr id="136" name="action-schematic-1-16">
            <a:extLst>
              <a:ext uri="{FF2B5EF4-FFF2-40B4-BE49-F238E27FC236}">
                <a16:creationId xmlns:a16="http://schemas.microsoft.com/office/drawing/2014/main" id="{4998B4E3-7551-4C10-B475-B1560603B961}"/>
              </a:ext>
            </a:extLst>
          </p:cNvPr>
          <p:cNvCxnSpPr/>
          <p:nvPr/>
        </p:nvCxnSpPr>
        <p:spPr>
          <a:xfrm flipH="0" flipV="0">
            <a:off x="8490239" y="10538458"/>
            <a:ext cx="93085" cy="6566"/>
          </a:xfrm>
          <a:prstGeom prst="straightConnector1">
            <a:avLst/>
          </a:prstGeom>
          <a:ln w="23813">
            <a:solidFill>
              <a:srgbClr val="427568"/>
            </a:solidFill>
            <a:prstDash val="solid"/>
            <a:tailEnd type="none" w="med" len="med"/>
          </a:ln>
        </p:spPr>
      </p:cxnSp>
      <p:cxnSp>
        <p:nvCxnSpPr>
          <p:cNvPr id="137" name="action-schematic-1-17">
            <a:extLst>
              <a:ext uri="{FF2B5EF4-FFF2-40B4-BE49-F238E27FC236}">
                <a16:creationId xmlns:a16="http://schemas.microsoft.com/office/drawing/2014/main" id="{44150D57-0F5C-4E69-ADEE-2D05065309C9}"/>
              </a:ext>
            </a:extLst>
          </p:cNvPr>
          <p:cNvCxnSpPr/>
          <p:nvPr/>
        </p:nvCxnSpPr>
        <p:spPr>
          <a:xfrm flipH="0" flipV="0">
            <a:off x="8583324" y="10545024"/>
            <a:ext cx="93085" cy="12544"/>
          </a:xfrm>
          <a:prstGeom prst="straightConnector1">
            <a:avLst/>
          </a:prstGeom>
          <a:ln w="23813">
            <a:solidFill>
              <a:srgbClr val="427568"/>
            </a:solidFill>
            <a:prstDash val="solid"/>
            <a:tailEnd type="none" w="med" len="med"/>
          </a:ln>
        </p:spPr>
      </p:cxnSp>
      <p:cxnSp>
        <p:nvCxnSpPr>
          <p:cNvPr id="138" name="action-schematic-1-18">
            <a:extLst>
              <a:ext uri="{FF2B5EF4-FFF2-40B4-BE49-F238E27FC236}">
                <a16:creationId xmlns:a16="http://schemas.microsoft.com/office/drawing/2014/main" id="{58AE4C17-66DA-4D15-AA4A-A974DAED7724}"/>
              </a:ext>
            </a:extLst>
          </p:cNvPr>
          <p:cNvCxnSpPr/>
          <p:nvPr/>
        </p:nvCxnSpPr>
        <p:spPr>
          <a:xfrm flipH="0" flipV="0">
            <a:off x="8676409" y="10557568"/>
            <a:ext cx="93085" cy="18156"/>
          </a:xfrm>
          <a:prstGeom prst="straightConnector1">
            <a:avLst/>
          </a:prstGeom>
          <a:ln w="23813">
            <a:solidFill>
              <a:srgbClr val="427568"/>
            </a:solidFill>
            <a:prstDash val="solid"/>
            <a:tailEnd type="none" w="med" len="med"/>
          </a:ln>
        </p:spPr>
      </p:cxnSp>
      <p:cxnSp>
        <p:nvCxnSpPr>
          <p:cNvPr id="139" name="action-schematic-1-19">
            <a:extLst>
              <a:ext uri="{FF2B5EF4-FFF2-40B4-BE49-F238E27FC236}">
                <a16:creationId xmlns:a16="http://schemas.microsoft.com/office/drawing/2014/main" id="{A905172F-1E41-4F41-A2B0-1AAB2D42BBAA}"/>
              </a:ext>
            </a:extLst>
          </p:cNvPr>
          <p:cNvCxnSpPr/>
          <p:nvPr/>
        </p:nvCxnSpPr>
        <p:spPr>
          <a:xfrm flipH="0" flipV="0">
            <a:off x="8769494" y="10575725"/>
            <a:ext cx="93085" cy="22959"/>
          </a:xfrm>
          <a:prstGeom prst="straightConnector1">
            <a:avLst/>
          </a:prstGeom>
          <a:ln w="23813">
            <a:solidFill>
              <a:srgbClr val="427568"/>
            </a:solidFill>
            <a:prstDash val="solid"/>
            <a:tailEnd type="none" w="med" len="med"/>
          </a:ln>
        </p:spPr>
      </p:cxnSp>
      <p:cxnSp>
        <p:nvCxnSpPr>
          <p:cNvPr id="140" name="action-schematic-1-20">
            <a:extLst>
              <a:ext uri="{FF2B5EF4-FFF2-40B4-BE49-F238E27FC236}">
                <a16:creationId xmlns:a16="http://schemas.microsoft.com/office/drawing/2014/main" id="{0AE52470-BD10-473B-8124-E00BB2239ABE}"/>
              </a:ext>
            </a:extLst>
          </p:cNvPr>
          <p:cNvCxnSpPr/>
          <p:nvPr/>
        </p:nvCxnSpPr>
        <p:spPr>
          <a:xfrm flipH="0" flipV="0">
            <a:off x="8862580" y="10598683"/>
            <a:ext cx="93085" cy="26573"/>
          </a:xfrm>
          <a:prstGeom prst="straightConnector1">
            <a:avLst/>
          </a:prstGeom>
          <a:ln w="23813">
            <a:solidFill>
              <a:srgbClr val="427568"/>
            </a:solidFill>
            <a:prstDash val="solid"/>
            <a:tailEnd type="none" w="med" len="med"/>
          </a:ln>
        </p:spPr>
      </p:cxnSp>
      <p:cxnSp>
        <p:nvCxnSpPr>
          <p:cNvPr id="141" name="action-schematic-1-21">
            <a:extLst>
              <a:ext uri="{FF2B5EF4-FFF2-40B4-BE49-F238E27FC236}">
                <a16:creationId xmlns:a16="http://schemas.microsoft.com/office/drawing/2014/main" id="{E79AB3B8-86BC-4C8D-A089-8E039290E9DC}"/>
              </a:ext>
            </a:extLst>
          </p:cNvPr>
          <p:cNvCxnSpPr/>
          <p:nvPr/>
        </p:nvCxnSpPr>
        <p:spPr>
          <a:xfrm flipH="0" flipV="0">
            <a:off x="8955665" y="10625256"/>
            <a:ext cx="93085" cy="28713"/>
          </a:xfrm>
          <a:prstGeom prst="straightConnector1">
            <a:avLst/>
          </a:prstGeom>
          <a:ln w="23813">
            <a:solidFill>
              <a:srgbClr val="427568"/>
            </a:solidFill>
            <a:prstDash val="solid"/>
            <a:tailEnd type="none" w="med" len="med"/>
          </a:ln>
        </p:spPr>
      </p:cxnSp>
      <p:cxnSp>
        <p:nvCxnSpPr>
          <p:cNvPr id="142" name="action-schematic-2-0">
            <a:extLst>
              <a:ext uri="{FF2B5EF4-FFF2-40B4-BE49-F238E27FC236}">
                <a16:creationId xmlns:a16="http://schemas.microsoft.com/office/drawing/2014/main" id="{FBE25A16-3244-4ABA-B687-1134DA10E189}"/>
              </a:ext>
            </a:extLst>
          </p:cNvPr>
          <p:cNvCxnSpPr/>
          <p:nvPr/>
        </p:nvCxnSpPr>
        <p:spPr>
          <a:xfrm flipH="0" flipV="0">
            <a:off x="7000875" y="10720007"/>
            <a:ext cx="93085" cy="3596"/>
          </a:xfrm>
          <a:prstGeom prst="straightConnector1">
            <a:avLst/>
          </a:prstGeom>
          <a:ln w="23813">
            <a:solidFill>
              <a:srgbClr val="AC6A37"/>
            </a:solidFill>
            <a:prstDash val="solid"/>
            <a:tailEnd type="none" w="med" len="med"/>
          </a:ln>
        </p:spPr>
      </p:cxnSp>
      <p:cxnSp>
        <p:nvCxnSpPr>
          <p:cNvPr id="143" name="action-schematic-2-1">
            <a:extLst>
              <a:ext uri="{FF2B5EF4-FFF2-40B4-BE49-F238E27FC236}">
                <a16:creationId xmlns:a16="http://schemas.microsoft.com/office/drawing/2014/main" id="{9A997971-4074-44C8-95B3-F388334C107A}"/>
              </a:ext>
            </a:extLst>
          </p:cNvPr>
          <p:cNvCxnSpPr/>
          <p:nvPr/>
        </p:nvCxnSpPr>
        <p:spPr>
          <a:xfrm flipH="0" flipV="0">
            <a:off x="7093960" y="10723602"/>
            <a:ext cx="93085" cy="2967"/>
          </a:xfrm>
          <a:prstGeom prst="straightConnector1">
            <a:avLst/>
          </a:prstGeom>
          <a:ln w="23813">
            <a:solidFill>
              <a:srgbClr val="AC6A37"/>
            </a:solidFill>
            <a:prstDash val="solid"/>
            <a:tailEnd type="none" w="med" len="med"/>
          </a:ln>
        </p:spPr>
      </p:cxnSp>
      <p:cxnSp>
        <p:nvCxnSpPr>
          <p:cNvPr id="144" name="action-schematic-2-2">
            <a:extLst>
              <a:ext uri="{FF2B5EF4-FFF2-40B4-BE49-F238E27FC236}">
                <a16:creationId xmlns:a16="http://schemas.microsoft.com/office/drawing/2014/main" id="{3D513926-E627-4120-A35D-86002EE92D4E}"/>
              </a:ext>
            </a:extLst>
          </p:cNvPr>
          <p:cNvCxnSpPr/>
          <p:nvPr/>
        </p:nvCxnSpPr>
        <p:spPr>
          <a:xfrm flipH="0" flipV="0">
            <a:off x="7187045" y="10726569"/>
            <a:ext cx="93085" cy="1741"/>
          </a:xfrm>
          <a:prstGeom prst="straightConnector1">
            <a:avLst/>
          </a:prstGeom>
          <a:ln w="23813">
            <a:solidFill>
              <a:srgbClr val="AC6A37"/>
            </a:solidFill>
            <a:prstDash val="solid"/>
            <a:tailEnd type="none" w="med" len="med"/>
          </a:ln>
        </p:spPr>
      </p:cxnSp>
      <p:cxnSp>
        <p:nvCxnSpPr>
          <p:cNvPr id="145" name="action-schematic-2-3">
            <a:extLst>
              <a:ext uri="{FF2B5EF4-FFF2-40B4-BE49-F238E27FC236}">
                <a16:creationId xmlns:a16="http://schemas.microsoft.com/office/drawing/2014/main" id="{EDE2E728-2FFF-4718-B34D-37865D548E6B}"/>
              </a:ext>
            </a:extLst>
          </p:cNvPr>
          <p:cNvCxnSpPr/>
          <p:nvPr/>
        </p:nvCxnSpPr>
        <p:spPr>
          <a:xfrm flipH="0" flipV="1">
            <a:off x="7280131" y="10728291"/>
            <a:ext cx="93085" cy="19"/>
          </a:xfrm>
          <a:prstGeom prst="straightConnector1">
            <a:avLst/>
          </a:prstGeom>
          <a:ln w="23813">
            <a:solidFill>
              <a:srgbClr val="AC6A37"/>
            </a:solidFill>
            <a:prstDash val="solid"/>
            <a:tailEnd type="none" w="med" len="med"/>
          </a:ln>
        </p:spPr>
      </p:cxnSp>
      <p:cxnSp>
        <p:nvCxnSpPr>
          <p:cNvPr id="146" name="action-schematic-2-4">
            <a:extLst>
              <a:ext uri="{FF2B5EF4-FFF2-40B4-BE49-F238E27FC236}">
                <a16:creationId xmlns:a16="http://schemas.microsoft.com/office/drawing/2014/main" id="{03DC7DB9-B759-4212-A775-E4A1DCD5AA3C}"/>
              </a:ext>
            </a:extLst>
          </p:cNvPr>
          <p:cNvCxnSpPr/>
          <p:nvPr/>
        </p:nvCxnSpPr>
        <p:spPr>
          <a:xfrm flipH="0" flipV="1">
            <a:off x="7373216" y="10726068"/>
            <a:ext cx="93085" cy="2222"/>
          </a:xfrm>
          <a:prstGeom prst="straightConnector1">
            <a:avLst/>
          </a:prstGeom>
          <a:ln w="23813">
            <a:solidFill>
              <a:srgbClr val="AC6A37"/>
            </a:solidFill>
            <a:prstDash val="solid"/>
            <a:tailEnd type="none" w="med" len="med"/>
          </a:ln>
        </p:spPr>
      </p:cxnSp>
      <p:cxnSp>
        <p:nvCxnSpPr>
          <p:cNvPr id="147" name="action-schematic-2-5">
            <a:extLst>
              <a:ext uri="{FF2B5EF4-FFF2-40B4-BE49-F238E27FC236}">
                <a16:creationId xmlns:a16="http://schemas.microsoft.com/office/drawing/2014/main" id="{08713A5B-884A-4E14-8F57-5AF9E5D5FF61}"/>
              </a:ext>
            </a:extLst>
          </p:cNvPr>
          <p:cNvCxnSpPr/>
          <p:nvPr/>
        </p:nvCxnSpPr>
        <p:spPr>
          <a:xfrm flipH="0" flipV="1">
            <a:off x="7466301" y="10721314"/>
            <a:ext cx="93085" cy="4755"/>
          </a:xfrm>
          <a:prstGeom prst="straightConnector1">
            <a:avLst/>
          </a:prstGeom>
          <a:ln w="23813">
            <a:solidFill>
              <a:srgbClr val="AC6A37"/>
            </a:solidFill>
            <a:prstDash val="solid"/>
            <a:tailEnd type="none" w="med" len="med"/>
          </a:ln>
        </p:spPr>
      </p:cxnSp>
      <p:cxnSp>
        <p:nvCxnSpPr>
          <p:cNvPr id="148" name="action-schematic-2-6">
            <a:extLst>
              <a:ext uri="{FF2B5EF4-FFF2-40B4-BE49-F238E27FC236}">
                <a16:creationId xmlns:a16="http://schemas.microsoft.com/office/drawing/2014/main" id="{FCDC52CE-F0ED-447F-AB1B-A765F197D672}"/>
              </a:ext>
            </a:extLst>
          </p:cNvPr>
          <p:cNvCxnSpPr/>
          <p:nvPr/>
        </p:nvCxnSpPr>
        <p:spPr>
          <a:xfrm flipH="0" flipV="1">
            <a:off x="7559386" y="10713826"/>
            <a:ext cx="93085" cy="7488"/>
          </a:xfrm>
          <a:prstGeom prst="straightConnector1">
            <a:avLst/>
          </a:prstGeom>
          <a:ln w="23813">
            <a:solidFill>
              <a:srgbClr val="AC6A37"/>
            </a:solidFill>
            <a:prstDash val="solid"/>
            <a:tailEnd type="none" w="med" len="med"/>
          </a:ln>
        </p:spPr>
      </p:cxnSp>
      <p:cxnSp>
        <p:nvCxnSpPr>
          <p:cNvPr id="149" name="action-schematic-2-7">
            <a:extLst>
              <a:ext uri="{FF2B5EF4-FFF2-40B4-BE49-F238E27FC236}">
                <a16:creationId xmlns:a16="http://schemas.microsoft.com/office/drawing/2014/main" id="{6F879C9C-B93D-4270-ACCE-10717AAA43CF}"/>
              </a:ext>
            </a:extLst>
          </p:cNvPr>
          <p:cNvCxnSpPr/>
          <p:nvPr/>
        </p:nvCxnSpPr>
        <p:spPr>
          <a:xfrm flipH="0" flipV="1">
            <a:off x="7652472" y="10703547"/>
            <a:ext cx="93085" cy="10279"/>
          </a:xfrm>
          <a:prstGeom prst="straightConnector1">
            <a:avLst/>
          </a:prstGeom>
          <a:ln w="23813">
            <a:solidFill>
              <a:srgbClr val="AC6A37"/>
            </a:solidFill>
            <a:prstDash val="solid"/>
            <a:tailEnd type="none" w="med" len="med"/>
          </a:ln>
        </p:spPr>
      </p:cxnSp>
      <p:cxnSp>
        <p:nvCxnSpPr>
          <p:cNvPr id="150" name="action-schematic-2-8">
            <a:extLst>
              <a:ext uri="{FF2B5EF4-FFF2-40B4-BE49-F238E27FC236}">
                <a16:creationId xmlns:a16="http://schemas.microsoft.com/office/drawing/2014/main" id="{54EA27C6-4317-44A1-A826-916524D8CBC6}"/>
              </a:ext>
            </a:extLst>
          </p:cNvPr>
          <p:cNvCxnSpPr/>
          <p:nvPr/>
        </p:nvCxnSpPr>
        <p:spPr>
          <a:xfrm flipH="0" flipV="1">
            <a:off x="7745557" y="10690560"/>
            <a:ext cx="93085" cy="12987"/>
          </a:xfrm>
          <a:prstGeom prst="straightConnector1">
            <a:avLst/>
          </a:prstGeom>
          <a:ln w="23813">
            <a:solidFill>
              <a:srgbClr val="AC6A37"/>
            </a:solidFill>
            <a:prstDash val="solid"/>
            <a:tailEnd type="none" w="med" len="med"/>
          </a:ln>
        </p:spPr>
      </p:cxnSp>
      <p:cxnSp>
        <p:nvCxnSpPr>
          <p:cNvPr id="151" name="action-schematic-2-9">
            <a:extLst>
              <a:ext uri="{FF2B5EF4-FFF2-40B4-BE49-F238E27FC236}">
                <a16:creationId xmlns:a16="http://schemas.microsoft.com/office/drawing/2014/main" id="{F4FC64AC-FA63-40AD-8650-78BBB4FE9E60}"/>
              </a:ext>
            </a:extLst>
          </p:cNvPr>
          <p:cNvCxnSpPr/>
          <p:nvPr/>
        </p:nvCxnSpPr>
        <p:spPr>
          <a:xfrm flipH="0" flipV="1">
            <a:off x="7838642" y="10675090"/>
            <a:ext cx="93085" cy="15470"/>
          </a:xfrm>
          <a:prstGeom prst="straightConnector1">
            <a:avLst/>
          </a:prstGeom>
          <a:ln w="23813">
            <a:solidFill>
              <a:srgbClr val="AC6A37"/>
            </a:solidFill>
            <a:prstDash val="solid"/>
            <a:tailEnd type="none" w="med" len="med"/>
          </a:ln>
        </p:spPr>
      </p:cxnSp>
      <p:cxnSp>
        <p:nvCxnSpPr>
          <p:cNvPr id="152" name="action-schematic-2-10">
            <a:extLst>
              <a:ext uri="{FF2B5EF4-FFF2-40B4-BE49-F238E27FC236}">
                <a16:creationId xmlns:a16="http://schemas.microsoft.com/office/drawing/2014/main" id="{67E886F9-9ED1-480B-9A7D-C9F8C5F2034A}"/>
              </a:ext>
            </a:extLst>
          </p:cNvPr>
          <p:cNvCxnSpPr/>
          <p:nvPr/>
        </p:nvCxnSpPr>
        <p:spPr>
          <a:xfrm flipH="0" flipV="1">
            <a:off x="7931727" y="10657487"/>
            <a:ext cx="93085" cy="17602"/>
          </a:xfrm>
          <a:prstGeom prst="straightConnector1">
            <a:avLst/>
          </a:prstGeom>
          <a:ln w="23813">
            <a:solidFill>
              <a:srgbClr val="AC6A37"/>
            </a:solidFill>
            <a:prstDash val="solid"/>
            <a:tailEnd type="none" w="med" len="med"/>
          </a:ln>
        </p:spPr>
      </p:cxnSp>
      <p:cxnSp>
        <p:nvCxnSpPr>
          <p:cNvPr id="153" name="action-schematic-2-11">
            <a:extLst>
              <a:ext uri="{FF2B5EF4-FFF2-40B4-BE49-F238E27FC236}">
                <a16:creationId xmlns:a16="http://schemas.microsoft.com/office/drawing/2014/main" id="{7E4003A6-5C31-4834-B87D-A46F09B27A41}"/>
              </a:ext>
            </a:extLst>
          </p:cNvPr>
          <p:cNvCxnSpPr/>
          <p:nvPr/>
        </p:nvCxnSpPr>
        <p:spPr>
          <a:xfrm flipH="0" flipV="1">
            <a:off x="8024813" y="10638214"/>
            <a:ext cx="93085" cy="19274"/>
          </a:xfrm>
          <a:prstGeom prst="straightConnector1">
            <a:avLst/>
          </a:prstGeom>
          <a:ln w="23813">
            <a:solidFill>
              <a:srgbClr val="AC6A37"/>
            </a:solidFill>
            <a:prstDash val="solid"/>
            <a:tailEnd type="none" w="med" len="med"/>
          </a:ln>
        </p:spPr>
      </p:cxnSp>
      <p:cxnSp>
        <p:nvCxnSpPr>
          <p:cNvPr id="154" name="action-schematic-2-12">
            <a:extLst>
              <a:ext uri="{FF2B5EF4-FFF2-40B4-BE49-F238E27FC236}">
                <a16:creationId xmlns:a16="http://schemas.microsoft.com/office/drawing/2014/main" id="{87C05263-2FF0-4C3E-93A9-2AD649FA0D90}"/>
              </a:ext>
            </a:extLst>
          </p:cNvPr>
          <p:cNvCxnSpPr/>
          <p:nvPr/>
        </p:nvCxnSpPr>
        <p:spPr>
          <a:xfrm flipH="0" flipV="1">
            <a:off x="8117898" y="10617816"/>
            <a:ext cx="93085" cy="20398"/>
          </a:xfrm>
          <a:prstGeom prst="straightConnector1">
            <a:avLst/>
          </a:prstGeom>
          <a:ln w="23813">
            <a:solidFill>
              <a:srgbClr val="AC6A37"/>
            </a:solidFill>
            <a:prstDash val="solid"/>
            <a:tailEnd type="none" w="med" len="med"/>
          </a:ln>
        </p:spPr>
      </p:cxnSp>
      <p:cxnSp>
        <p:nvCxnSpPr>
          <p:cNvPr id="155" name="action-schematic-2-13">
            <a:extLst>
              <a:ext uri="{FF2B5EF4-FFF2-40B4-BE49-F238E27FC236}">
                <a16:creationId xmlns:a16="http://schemas.microsoft.com/office/drawing/2014/main" id="{025E3209-8F24-4CCF-A3F4-CFE80494E5D5}"/>
              </a:ext>
            </a:extLst>
          </p:cNvPr>
          <p:cNvCxnSpPr/>
          <p:nvPr/>
        </p:nvCxnSpPr>
        <p:spPr>
          <a:xfrm flipH="0" flipV="1">
            <a:off x="8210983" y="10596899"/>
            <a:ext cx="93085" cy="20917"/>
          </a:xfrm>
          <a:prstGeom prst="straightConnector1">
            <a:avLst/>
          </a:prstGeom>
          <a:ln w="23813">
            <a:solidFill>
              <a:srgbClr val="AC6A37"/>
            </a:solidFill>
            <a:prstDash val="solid"/>
            <a:tailEnd type="none" w="med" len="med"/>
          </a:ln>
        </p:spPr>
      </p:cxnSp>
      <p:cxnSp>
        <p:nvCxnSpPr>
          <p:cNvPr id="156" name="action-schematic-2-14">
            <a:extLst>
              <a:ext uri="{FF2B5EF4-FFF2-40B4-BE49-F238E27FC236}">
                <a16:creationId xmlns:a16="http://schemas.microsoft.com/office/drawing/2014/main" id="{4F46B27B-8569-4140-B726-2D524DFC6426}"/>
              </a:ext>
            </a:extLst>
          </p:cNvPr>
          <p:cNvCxnSpPr/>
          <p:nvPr/>
        </p:nvCxnSpPr>
        <p:spPr>
          <a:xfrm flipH="0" flipV="1">
            <a:off x="8304068" y="10576094"/>
            <a:ext cx="93085" cy="20805"/>
          </a:xfrm>
          <a:prstGeom prst="straightConnector1">
            <a:avLst/>
          </a:prstGeom>
          <a:ln w="23813">
            <a:solidFill>
              <a:srgbClr val="AC6A37"/>
            </a:solidFill>
            <a:prstDash val="solid"/>
            <a:tailEnd type="none" w="med" len="med"/>
          </a:ln>
        </p:spPr>
      </p:cxnSp>
      <p:cxnSp>
        <p:nvCxnSpPr>
          <p:cNvPr id="157" name="action-schematic-2-15">
            <a:extLst>
              <a:ext uri="{FF2B5EF4-FFF2-40B4-BE49-F238E27FC236}">
                <a16:creationId xmlns:a16="http://schemas.microsoft.com/office/drawing/2014/main" id="{A232ACBE-74D8-4DC8-AF3D-05C596BC9740}"/>
              </a:ext>
            </a:extLst>
          </p:cNvPr>
          <p:cNvCxnSpPr/>
          <p:nvPr/>
        </p:nvCxnSpPr>
        <p:spPr>
          <a:xfrm flipH="0" flipV="1">
            <a:off x="8397153" y="10556028"/>
            <a:ext cx="93085" cy="20067"/>
          </a:xfrm>
          <a:prstGeom prst="straightConnector1">
            <a:avLst/>
          </a:prstGeom>
          <a:ln w="23813">
            <a:solidFill>
              <a:srgbClr val="AC6A37"/>
            </a:solidFill>
            <a:prstDash val="solid"/>
            <a:tailEnd type="none" w="med" len="med"/>
          </a:ln>
        </p:spPr>
      </p:cxnSp>
      <p:cxnSp>
        <p:nvCxnSpPr>
          <p:cNvPr id="158" name="action-schematic-2-16">
            <a:extLst>
              <a:ext uri="{FF2B5EF4-FFF2-40B4-BE49-F238E27FC236}">
                <a16:creationId xmlns:a16="http://schemas.microsoft.com/office/drawing/2014/main" id="{F56C57A9-D85F-4307-A5CB-BC1B9206F60E}"/>
              </a:ext>
            </a:extLst>
          </p:cNvPr>
          <p:cNvCxnSpPr/>
          <p:nvPr/>
        </p:nvCxnSpPr>
        <p:spPr>
          <a:xfrm flipH="0" flipV="1">
            <a:off x="8490239" y="10537287"/>
            <a:ext cx="93085" cy="18741"/>
          </a:xfrm>
          <a:prstGeom prst="straightConnector1">
            <a:avLst/>
          </a:prstGeom>
          <a:ln w="23813">
            <a:solidFill>
              <a:srgbClr val="AC6A37"/>
            </a:solidFill>
            <a:prstDash val="solid"/>
            <a:tailEnd type="none" w="med" len="med"/>
          </a:ln>
        </p:spPr>
      </p:cxnSp>
      <p:cxnSp>
        <p:nvCxnSpPr>
          <p:cNvPr id="159" name="action-schematic-2-17">
            <a:extLst>
              <a:ext uri="{FF2B5EF4-FFF2-40B4-BE49-F238E27FC236}">
                <a16:creationId xmlns:a16="http://schemas.microsoft.com/office/drawing/2014/main" id="{EBD40752-CEA1-4649-AD44-7302E780CF29}"/>
              </a:ext>
            </a:extLst>
          </p:cNvPr>
          <p:cNvCxnSpPr/>
          <p:nvPr/>
        </p:nvCxnSpPr>
        <p:spPr>
          <a:xfrm flipH="0" flipV="1">
            <a:off x="8583324" y="10520392"/>
            <a:ext cx="93085" cy="16895"/>
          </a:xfrm>
          <a:prstGeom prst="straightConnector1">
            <a:avLst/>
          </a:prstGeom>
          <a:ln w="23813">
            <a:solidFill>
              <a:srgbClr val="AC6A37"/>
            </a:solidFill>
            <a:prstDash val="solid"/>
            <a:tailEnd type="none" w="med" len="med"/>
          </a:ln>
        </p:spPr>
      </p:cxnSp>
      <p:cxnSp>
        <p:nvCxnSpPr>
          <p:cNvPr id="160" name="action-schematic-2-18">
            <a:extLst>
              <a:ext uri="{FF2B5EF4-FFF2-40B4-BE49-F238E27FC236}">
                <a16:creationId xmlns:a16="http://schemas.microsoft.com/office/drawing/2014/main" id="{BF8B1FEB-57C8-47E6-9FBD-AEB07E4C6283}"/>
              </a:ext>
            </a:extLst>
          </p:cNvPr>
          <p:cNvCxnSpPr/>
          <p:nvPr/>
        </p:nvCxnSpPr>
        <p:spPr>
          <a:xfrm flipH="0" flipV="1">
            <a:off x="8676409" y="10505767"/>
            <a:ext cx="93085" cy="14625"/>
          </a:xfrm>
          <a:prstGeom prst="straightConnector1">
            <a:avLst/>
          </a:prstGeom>
          <a:ln w="23813">
            <a:solidFill>
              <a:srgbClr val="AC6A37"/>
            </a:solidFill>
            <a:prstDash val="solid"/>
            <a:tailEnd type="none" w="med" len="med"/>
          </a:ln>
        </p:spPr>
      </p:cxnSp>
      <p:cxnSp>
        <p:nvCxnSpPr>
          <p:cNvPr id="161" name="action-schematic-2-19">
            <a:extLst>
              <a:ext uri="{FF2B5EF4-FFF2-40B4-BE49-F238E27FC236}">
                <a16:creationId xmlns:a16="http://schemas.microsoft.com/office/drawing/2014/main" id="{643FE3DC-1751-4242-8D4D-D357FE378A64}"/>
              </a:ext>
            </a:extLst>
          </p:cNvPr>
          <p:cNvCxnSpPr/>
          <p:nvPr/>
        </p:nvCxnSpPr>
        <p:spPr>
          <a:xfrm flipH="0" flipV="1">
            <a:off x="8769494" y="10493720"/>
            <a:ext cx="93085" cy="12047"/>
          </a:xfrm>
          <a:prstGeom prst="straightConnector1">
            <a:avLst/>
          </a:prstGeom>
          <a:ln w="23813">
            <a:solidFill>
              <a:srgbClr val="AC6A37"/>
            </a:solidFill>
            <a:prstDash val="solid"/>
            <a:tailEnd type="none" w="med" len="med"/>
          </a:ln>
        </p:spPr>
      </p:cxnSp>
      <p:cxnSp>
        <p:nvCxnSpPr>
          <p:cNvPr id="162" name="action-schematic-2-20">
            <a:extLst>
              <a:ext uri="{FF2B5EF4-FFF2-40B4-BE49-F238E27FC236}">
                <a16:creationId xmlns:a16="http://schemas.microsoft.com/office/drawing/2014/main" id="{CC0396C0-2AC6-402C-9872-9B52E01CC15F}"/>
              </a:ext>
            </a:extLst>
          </p:cNvPr>
          <p:cNvCxnSpPr/>
          <p:nvPr/>
        </p:nvCxnSpPr>
        <p:spPr>
          <a:xfrm flipH="0" flipV="1">
            <a:off x="8862580" y="10484426"/>
            <a:ext cx="93085" cy="9293"/>
          </a:xfrm>
          <a:prstGeom prst="straightConnector1">
            <a:avLst/>
          </a:prstGeom>
          <a:ln w="23813">
            <a:solidFill>
              <a:srgbClr val="AC6A37"/>
            </a:solidFill>
            <a:prstDash val="solid"/>
            <a:tailEnd type="none" w="med" len="med"/>
          </a:ln>
        </p:spPr>
      </p:cxnSp>
      <p:cxnSp>
        <p:nvCxnSpPr>
          <p:cNvPr id="163" name="action-schematic-2-21">
            <a:extLst>
              <a:ext uri="{FF2B5EF4-FFF2-40B4-BE49-F238E27FC236}">
                <a16:creationId xmlns:a16="http://schemas.microsoft.com/office/drawing/2014/main" id="{8AF894A9-1E7C-4E9D-9F89-E03413FC6D6B}"/>
              </a:ext>
            </a:extLst>
          </p:cNvPr>
          <p:cNvCxnSpPr/>
          <p:nvPr/>
        </p:nvCxnSpPr>
        <p:spPr>
          <a:xfrm flipH="0" flipV="1">
            <a:off x="8955665" y="10477920"/>
            <a:ext cx="93085" cy="6506"/>
          </a:xfrm>
          <a:prstGeom prst="straightConnector1">
            <a:avLst/>
          </a:prstGeom>
          <a:ln w="23813">
            <a:solidFill>
              <a:srgbClr val="AC6A37"/>
            </a:solidFill>
            <a:prstDash val="solid"/>
            <a:tailEnd type="none" w="med" len="med"/>
          </a:ln>
        </p:spPr>
      </p:cxnSp>
      <p:sp>
        <p:nvSpPr>
          <p:cNvPr id="164" name="action-schematic-note">
            <a:extLst>
              <a:ext uri="{FF2B5EF4-FFF2-40B4-BE49-F238E27FC236}">
                <a16:creationId xmlns:a16="http://schemas.microsoft.com/office/drawing/2014/main" id="{51F77132-842C-4356-9E87-29C4D0FB0E84}"/>
              </a:ext>
            </a:extLst>
          </p:cNvPr>
          <p:cNvSpPr>
            <a:spLocks noGrp="1"/>
          </p:cNvSpPr>
          <p:nvPr/>
        </p:nvSpPr>
        <p:spPr>
          <a:xfrm>
            <a:off x="6810375" y="11058525"/>
            <a:ext cx="2428875" cy="285750"/>
          </a:xfrm>
          <a:prstGeom prst="rect">
            <a:avLst/>
          </a:prstGeom>
          <a:noFill/>
          <a:ln w="0">
            <a:noFill/>
          </a:ln>
        </p:spPr>
        <p:txBody>
          <a:bodyPr wrap="none" lIns="0" tIns="0" rIns="0" bIns="0" anchor="ctr">
            <a:noAutofit/>
          </a:bodyPr>
          <a:lstStyle>
            <a:defPPr algn="ctr">
              <a:defRPr sz="1650" b="0">
                <a:solidFill>
                  <a:srgbClr val="64686C"/>
                </a:solidFill>
                <a:latin typeface="Noto Sans CJK SC"/>
                <a:ea typeface="Noto Sans CJK SC"/>
                <a:cs typeface="Noto Sans CJK SC"/>
              </a:defRPr>
            </a:defPPr>
            <a:lvl1pPr algn="ctr">
              <a:defRPr sz="1650" b="0">
                <a:solidFill>
                  <a:srgbClr val="64686C"/>
                </a:solidFill>
                <a:latin typeface="Noto Sans CJK SC"/>
                <a:ea typeface="Noto Sans CJK SC"/>
                <a:cs typeface="Noto Sans CJK SC"/>
              </a:defRPr>
            </a:lvl1pPr>
            <a:lvl2pPr algn="ctr">
              <a:defRPr sz="1650" b="0">
                <a:solidFill>
                  <a:srgbClr val="64686C"/>
                </a:solidFill>
                <a:latin typeface="Noto Sans CJK SC"/>
                <a:ea typeface="Noto Sans CJK SC"/>
                <a:cs typeface="Noto Sans CJK SC"/>
              </a:defRPr>
            </a:lvl2pPr>
            <a:lvl3pPr algn="ctr">
              <a:defRPr sz="1650" b="0">
                <a:solidFill>
                  <a:srgbClr val="64686C"/>
                </a:solidFill>
                <a:latin typeface="Noto Sans CJK SC"/>
                <a:ea typeface="Noto Sans CJK SC"/>
                <a:cs typeface="Noto Sans CJK SC"/>
              </a:defRPr>
            </a:lvl3pPr>
            <a:lvl4pPr algn="ctr">
              <a:defRPr sz="1650" b="0">
                <a:solidFill>
                  <a:srgbClr val="64686C"/>
                </a:solidFill>
                <a:latin typeface="Noto Sans CJK SC"/>
                <a:ea typeface="Noto Sans CJK SC"/>
                <a:cs typeface="Noto Sans CJK SC"/>
              </a:defRPr>
            </a:lvl4pPr>
            <a:lvl5pPr algn="ctr">
              <a:defRPr sz="1650" b="0">
                <a:solidFill>
                  <a:srgbClr val="64686C"/>
                </a:solidFill>
                <a:latin typeface="Noto Sans CJK SC"/>
                <a:ea typeface="Noto Sans CJK SC"/>
                <a:cs typeface="Noto Sans CJK SC"/>
              </a:defRPr>
            </a:lvl5pPr>
            <a:lvl6pPr algn="ctr">
              <a:defRPr sz="1650" b="0">
                <a:solidFill>
                  <a:srgbClr val="64686C"/>
                </a:solidFill>
                <a:latin typeface="Noto Sans CJK SC"/>
                <a:ea typeface="Noto Sans CJK SC"/>
                <a:cs typeface="Noto Sans CJK SC"/>
              </a:defRPr>
            </a:lvl6pPr>
            <a:lvl7pPr algn="ctr">
              <a:defRPr sz="1650" b="0">
                <a:solidFill>
                  <a:srgbClr val="64686C"/>
                </a:solidFill>
                <a:latin typeface="Noto Sans CJK SC"/>
                <a:ea typeface="Noto Sans CJK SC"/>
                <a:cs typeface="Noto Sans CJK SC"/>
              </a:defRPr>
            </a:lvl7pPr>
            <a:lvl8pPr algn="ctr">
              <a:defRPr sz="1650" b="0">
                <a:solidFill>
                  <a:srgbClr val="64686C"/>
                </a:solidFill>
                <a:latin typeface="Noto Sans CJK SC"/>
                <a:ea typeface="Noto Sans CJK SC"/>
                <a:cs typeface="Noto Sans CJK SC"/>
              </a:defRPr>
            </a:lvl8pPr>
            <a:lvl9pPr algn="ctr">
              <a:defRPr sz="1650" b="0">
                <a:solidFill>
                  <a:srgbClr val="64686C"/>
                </a:solidFill>
                <a:latin typeface="Noto Sans CJK SC"/>
                <a:ea typeface="Noto Sans CJK SC"/>
                <a:cs typeface="Noto Sans CJK SC"/>
              </a:defRPr>
            </a:lvl9pPr>
          </a:lstStyle>
          <a:p>
            <a:pPr algn="ctr">
              <a:defRPr sz="1650" b="0">
                <a:solidFill>
                  <a:srgbClr val="64686C"/>
                </a:solidFill>
                <a:latin typeface="Noto Sans CJK SC"/>
                <a:ea typeface="Noto Sans CJK SC"/>
                <a:cs typeface="Noto Sans CJK SC"/>
              </a:defRPr>
            </a:pPr>
            <a:r>
              <a:rPr sz="1650" b="0">
                <a:solidFill>
                  <a:srgbClr val="64686C"/>
                </a:solidFill>
                <a:latin typeface="Noto Sans CJK SC"/>
                <a:ea typeface="Noto Sans CJK SC"/>
                <a:cs typeface="Noto Sans CJK SC"/>
              </a:rPr>
              <a:t>轨迹示意</a:t>
            </a:r>
          </a:p>
        </p:txBody>
      </p:sp>
      <p:sp>
        <p:nvSpPr>
          <p:cNvPr id="165" name="fast-encoding">
            <a:extLst>
              <a:ext uri="{FF2B5EF4-FFF2-40B4-BE49-F238E27FC236}">
                <a16:creationId xmlns:a16="http://schemas.microsoft.com/office/drawing/2014/main" id="{38702029-C4B3-417C-9E50-1CC122BAA874}"/>
              </a:ext>
            </a:extLst>
          </p:cNvPr>
          <p:cNvSpPr>
            <a:spLocks noGrp="1"/>
          </p:cNvSpPr>
          <p:nvPr/>
        </p:nvSpPr>
        <p:spPr>
          <a:xfrm>
            <a:off x="4667250" y="10048875"/>
            <a:ext cx="1905000" cy="952500"/>
          </a:xfrm>
          <a:prstGeom prst="rect">
            <a:avLst/>
          </a:prstGeom>
          <a:solidFill>
            <a:srgbClr val="F4F5F5"/>
          </a:solidFill>
          <a:ln w="17145">
            <a:solidFill>
              <a:srgbClr val="A6AAAD"/>
            </a:solidFill>
            <a:prstDash val="solid"/>
          </a:ln>
        </p:spPr>
      </p:sp>
      <p:sp>
        <p:nvSpPr>
          <p:cNvPr id="166" name="fast-encoding-text">
            <a:extLst>
              <a:ext uri="{FF2B5EF4-FFF2-40B4-BE49-F238E27FC236}">
                <a16:creationId xmlns:a16="http://schemas.microsoft.com/office/drawing/2014/main" id="{0B657859-A927-4E2C-B0C9-9C3A585CC6A8}"/>
              </a:ext>
            </a:extLst>
          </p:cNvPr>
          <p:cNvSpPr>
            <a:spLocks noGrp="1"/>
          </p:cNvSpPr>
          <p:nvPr/>
        </p:nvSpPr>
        <p:spPr>
          <a:xfrm>
            <a:off x="4762500" y="10086975"/>
            <a:ext cx="1714500" cy="34290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FAST(A)</a:t>
            </a:r>
          </a:p>
        </p:txBody>
      </p:sp>
      <p:sp>
        <p:nvSpPr>
          <p:cNvPr id="167" name="fast-discrete-token-0">
            <a:extLst>
              <a:ext uri="{FF2B5EF4-FFF2-40B4-BE49-F238E27FC236}">
                <a16:creationId xmlns:a16="http://schemas.microsoft.com/office/drawing/2014/main" id="{D49F92A5-9DDF-42A7-9B8F-8C136949A3EC}"/>
              </a:ext>
            </a:extLst>
          </p:cNvPr>
          <p:cNvSpPr>
            <a:spLocks noGrp="1"/>
          </p:cNvSpPr>
          <p:nvPr/>
        </p:nvSpPr>
        <p:spPr>
          <a:xfrm>
            <a:off x="4838700" y="10572750"/>
            <a:ext cx="180975" cy="238125"/>
          </a:xfrm>
          <a:prstGeom prst="rect">
            <a:avLst/>
          </a:prstGeom>
          <a:solidFill>
            <a:srgbClr val="A6BED0"/>
          </a:solidFill>
          <a:ln w="6668">
            <a:solidFill>
              <a:srgbClr val="315E80"/>
            </a:solidFill>
            <a:prstDash val="solid"/>
          </a:ln>
        </p:spPr>
      </p:sp>
      <p:sp>
        <p:nvSpPr>
          <p:cNvPr id="168" name="fast-discrete-token-1">
            <a:extLst>
              <a:ext uri="{FF2B5EF4-FFF2-40B4-BE49-F238E27FC236}">
                <a16:creationId xmlns:a16="http://schemas.microsoft.com/office/drawing/2014/main" id="{1CA21FCE-E8A5-4A19-9C79-9A45A55D941E}"/>
              </a:ext>
            </a:extLst>
          </p:cNvPr>
          <p:cNvSpPr>
            <a:spLocks noGrp="1"/>
          </p:cNvSpPr>
          <p:nvPr/>
        </p:nvSpPr>
        <p:spPr>
          <a:xfrm>
            <a:off x="5095875" y="10572750"/>
            <a:ext cx="180975" cy="238125"/>
          </a:xfrm>
          <a:prstGeom prst="rect">
            <a:avLst/>
          </a:prstGeom>
          <a:solidFill>
            <a:srgbClr val="7296B3"/>
          </a:solidFill>
          <a:ln w="6668">
            <a:solidFill>
              <a:srgbClr val="315E80"/>
            </a:solidFill>
            <a:prstDash val="solid"/>
          </a:ln>
        </p:spPr>
      </p:sp>
      <p:sp>
        <p:nvSpPr>
          <p:cNvPr id="169" name="fast-discrete-token-2">
            <a:extLst>
              <a:ext uri="{FF2B5EF4-FFF2-40B4-BE49-F238E27FC236}">
                <a16:creationId xmlns:a16="http://schemas.microsoft.com/office/drawing/2014/main" id="{6EF8FA1E-D1A8-4CD6-86C5-C06083B7E0D7}"/>
              </a:ext>
            </a:extLst>
          </p:cNvPr>
          <p:cNvSpPr>
            <a:spLocks noGrp="1"/>
          </p:cNvSpPr>
          <p:nvPr/>
        </p:nvSpPr>
        <p:spPr>
          <a:xfrm>
            <a:off x="5353050" y="10572750"/>
            <a:ext cx="180975" cy="238125"/>
          </a:xfrm>
          <a:prstGeom prst="rect">
            <a:avLst/>
          </a:prstGeom>
          <a:solidFill>
            <a:srgbClr val="D3DFE8"/>
          </a:solidFill>
          <a:ln w="6668">
            <a:solidFill>
              <a:srgbClr val="315E80"/>
            </a:solidFill>
            <a:prstDash val="solid"/>
          </a:ln>
        </p:spPr>
      </p:sp>
      <p:sp>
        <p:nvSpPr>
          <p:cNvPr id="170" name="fast-discrete-token-3">
            <a:extLst>
              <a:ext uri="{FF2B5EF4-FFF2-40B4-BE49-F238E27FC236}">
                <a16:creationId xmlns:a16="http://schemas.microsoft.com/office/drawing/2014/main" id="{2A600916-1ACB-4083-9E92-5456B4246BB7}"/>
              </a:ext>
            </a:extLst>
          </p:cNvPr>
          <p:cNvSpPr>
            <a:spLocks noGrp="1"/>
          </p:cNvSpPr>
          <p:nvPr/>
        </p:nvSpPr>
        <p:spPr>
          <a:xfrm>
            <a:off x="5610225" y="10572750"/>
            <a:ext cx="180975" cy="238125"/>
          </a:xfrm>
          <a:prstGeom prst="rect">
            <a:avLst/>
          </a:prstGeom>
          <a:solidFill>
            <a:srgbClr val="A6BED0"/>
          </a:solidFill>
          <a:ln w="6668">
            <a:solidFill>
              <a:srgbClr val="315E80"/>
            </a:solidFill>
            <a:prstDash val="solid"/>
          </a:ln>
        </p:spPr>
      </p:sp>
      <p:sp>
        <p:nvSpPr>
          <p:cNvPr id="171" name="fast-discrete-token-4">
            <a:extLst>
              <a:ext uri="{FF2B5EF4-FFF2-40B4-BE49-F238E27FC236}">
                <a16:creationId xmlns:a16="http://schemas.microsoft.com/office/drawing/2014/main" id="{F357E5AE-666C-4C2A-BA6C-087A4571EC79}"/>
              </a:ext>
            </a:extLst>
          </p:cNvPr>
          <p:cNvSpPr>
            <a:spLocks noGrp="1"/>
          </p:cNvSpPr>
          <p:nvPr/>
        </p:nvSpPr>
        <p:spPr>
          <a:xfrm>
            <a:off x="5867400" y="10572750"/>
            <a:ext cx="180975" cy="238125"/>
          </a:xfrm>
          <a:prstGeom prst="rect">
            <a:avLst/>
          </a:prstGeom>
          <a:solidFill>
            <a:srgbClr val="7296B3"/>
          </a:solidFill>
          <a:ln w="6668">
            <a:solidFill>
              <a:srgbClr val="315E80"/>
            </a:solidFill>
            <a:prstDash val="solid"/>
          </a:ln>
        </p:spPr>
      </p:sp>
      <p:sp>
        <p:nvSpPr>
          <p:cNvPr id="172" name="fast-discrete-token-5">
            <a:extLst>
              <a:ext uri="{FF2B5EF4-FFF2-40B4-BE49-F238E27FC236}">
                <a16:creationId xmlns:a16="http://schemas.microsoft.com/office/drawing/2014/main" id="{1809B4ED-D1BE-4726-949B-B9D4EEA5A495}"/>
              </a:ext>
            </a:extLst>
          </p:cNvPr>
          <p:cNvSpPr>
            <a:spLocks noGrp="1"/>
          </p:cNvSpPr>
          <p:nvPr/>
        </p:nvSpPr>
        <p:spPr>
          <a:xfrm>
            <a:off x="6124575" y="10572750"/>
            <a:ext cx="180975" cy="238125"/>
          </a:xfrm>
          <a:prstGeom prst="rect">
            <a:avLst/>
          </a:prstGeom>
          <a:solidFill>
            <a:srgbClr val="D3DFE8"/>
          </a:solidFill>
          <a:ln w="6668">
            <a:solidFill>
              <a:srgbClr val="315E80"/>
            </a:solidFill>
            <a:prstDash val="solid"/>
          </a:ln>
        </p:spPr>
      </p:sp>
      <p:sp>
        <p:nvSpPr>
          <p:cNvPr id="173" name="noise-and-target">
            <a:extLst>
              <a:ext uri="{FF2B5EF4-FFF2-40B4-BE49-F238E27FC236}">
                <a16:creationId xmlns:a16="http://schemas.microsoft.com/office/drawing/2014/main" id="{610DBA4E-8810-422E-9E8A-393DE504536D}"/>
              </a:ext>
            </a:extLst>
          </p:cNvPr>
          <p:cNvSpPr>
            <a:spLocks noGrp="1"/>
          </p:cNvSpPr>
          <p:nvPr/>
        </p:nvSpPr>
        <p:spPr>
          <a:xfrm>
            <a:off x="10572750" y="10287000"/>
            <a:ext cx="3810000" cy="714375"/>
          </a:xfrm>
          <a:prstGeom prst="rect">
            <a:avLst/>
          </a:prstGeom>
          <a:solidFill>
            <a:srgbClr val="F4F5F5"/>
          </a:solidFill>
          <a:ln w="17145">
            <a:solidFill>
              <a:srgbClr val="A6AAAD"/>
            </a:solidFill>
            <a:prstDash val="solid"/>
          </a:ln>
        </p:spPr>
      </p:sp>
      <p:sp>
        <p:nvSpPr>
          <p:cNvPr id="174" name="noise-and-target-text">
            <a:extLst>
              <a:ext uri="{FF2B5EF4-FFF2-40B4-BE49-F238E27FC236}">
                <a16:creationId xmlns:a16="http://schemas.microsoft.com/office/drawing/2014/main" id="{9D9CC54D-85BB-4808-A0B9-01CC3709181A}"/>
              </a:ext>
            </a:extLst>
          </p:cNvPr>
          <p:cNvSpPr>
            <a:spLocks noGrp="1"/>
          </p:cNvSpPr>
          <p:nvPr/>
        </p:nvSpPr>
        <p:spPr>
          <a:xfrm>
            <a:off x="10668000" y="10334625"/>
            <a:ext cx="3619500" cy="619125"/>
          </a:xfrm>
          <a:prstGeom prst="rect">
            <a:avLst/>
          </a:prstGeom>
          <a:noFill/>
          <a:ln w="0">
            <a:noFill/>
          </a:ln>
        </p:spPr>
        <p:txBody>
          <a:bodyPr wrap="none" lIns="0" tIns="0" rIns="0" bIns="0" anchor="ctr">
            <a:noAutofit/>
          </a:bodyPr>
          <a:lstStyle>
            <a:defPPr algn="ctr">
              <a:defRPr sz="2325" b="0">
                <a:solidFill>
                  <a:srgbClr val="222222"/>
                </a:solidFill>
                <a:latin typeface="Noto Sans CJK SC"/>
                <a:ea typeface="Noto Sans CJK SC"/>
                <a:cs typeface="Noto Sans CJK SC"/>
              </a:defRPr>
            </a:defPPr>
            <a:lvl1pPr algn="ctr">
              <a:defRPr sz="2325" b="0">
                <a:solidFill>
                  <a:srgbClr val="222222"/>
                </a:solidFill>
                <a:latin typeface="Noto Sans CJK SC"/>
                <a:ea typeface="Noto Sans CJK SC"/>
                <a:cs typeface="Noto Sans CJK SC"/>
              </a:defRPr>
            </a:lvl1pPr>
            <a:lvl2pPr algn="ctr">
              <a:defRPr sz="2325" b="0">
                <a:solidFill>
                  <a:srgbClr val="222222"/>
                </a:solidFill>
                <a:latin typeface="Noto Sans CJK SC"/>
                <a:ea typeface="Noto Sans CJK SC"/>
                <a:cs typeface="Noto Sans CJK SC"/>
              </a:defRPr>
            </a:lvl2pPr>
            <a:lvl3pPr algn="ctr">
              <a:defRPr sz="2325" b="0">
                <a:solidFill>
                  <a:srgbClr val="222222"/>
                </a:solidFill>
                <a:latin typeface="Noto Sans CJK SC"/>
                <a:ea typeface="Noto Sans CJK SC"/>
                <a:cs typeface="Noto Sans CJK SC"/>
              </a:defRPr>
            </a:lvl3pPr>
            <a:lvl4pPr algn="ctr">
              <a:defRPr sz="2325" b="0">
                <a:solidFill>
                  <a:srgbClr val="222222"/>
                </a:solidFill>
                <a:latin typeface="Noto Sans CJK SC"/>
                <a:ea typeface="Noto Sans CJK SC"/>
                <a:cs typeface="Noto Sans CJK SC"/>
              </a:defRPr>
            </a:lvl4pPr>
            <a:lvl5pPr algn="ctr">
              <a:defRPr sz="2325" b="0">
                <a:solidFill>
                  <a:srgbClr val="222222"/>
                </a:solidFill>
                <a:latin typeface="Noto Sans CJK SC"/>
                <a:ea typeface="Noto Sans CJK SC"/>
                <a:cs typeface="Noto Sans CJK SC"/>
              </a:defRPr>
            </a:lvl5pPr>
            <a:lvl6pPr algn="ctr">
              <a:defRPr sz="2325" b="0">
                <a:solidFill>
                  <a:srgbClr val="222222"/>
                </a:solidFill>
                <a:latin typeface="Noto Sans CJK SC"/>
                <a:ea typeface="Noto Sans CJK SC"/>
                <a:cs typeface="Noto Sans CJK SC"/>
              </a:defRPr>
            </a:lvl6pPr>
            <a:lvl7pPr algn="ctr">
              <a:defRPr sz="2325" b="0">
                <a:solidFill>
                  <a:srgbClr val="222222"/>
                </a:solidFill>
                <a:latin typeface="Noto Sans CJK SC"/>
                <a:ea typeface="Noto Sans CJK SC"/>
                <a:cs typeface="Noto Sans CJK SC"/>
              </a:defRPr>
            </a:lvl7pPr>
            <a:lvl8pPr algn="ctr">
              <a:defRPr sz="2325" b="0">
                <a:solidFill>
                  <a:srgbClr val="222222"/>
                </a:solidFill>
                <a:latin typeface="Noto Sans CJK SC"/>
                <a:ea typeface="Noto Sans CJK SC"/>
                <a:cs typeface="Noto Sans CJK SC"/>
              </a:defRPr>
            </a:lvl8pPr>
            <a:lvl9pPr algn="ctr">
              <a:defRPr sz="2325" b="0">
                <a:solidFill>
                  <a:srgbClr val="222222"/>
                </a:solidFill>
                <a:latin typeface="Noto Sans CJK SC"/>
                <a:ea typeface="Noto Sans CJK SC"/>
                <a:cs typeface="Noto Sans CJK SC"/>
              </a:defRPr>
            </a:lvl9pPr>
          </a:lstStyle>
          <a:p>
            <a:pPr algn="ctr">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加噪与目标构造</a:t>
            </a:r>
          </a:p>
        </p:txBody>
      </p:sp>
      <p:cxnSp>
        <p:nvCxnSpPr>
          <p:cNvPr id="175" name="record-to-fast">
            <a:extLst>
              <a:ext uri="{FF2B5EF4-FFF2-40B4-BE49-F238E27FC236}">
                <a16:creationId xmlns:a16="http://schemas.microsoft.com/office/drawing/2014/main" id="{580C3A10-64F7-409A-ACD9-9421FF1EF4AA}"/>
              </a:ext>
            </a:extLst>
          </p:cNvPr>
          <p:cNvCxnSpPr/>
          <p:nvPr/>
        </p:nvCxnSpPr>
        <p:spPr>
          <a:xfrm flipH="1" flipV="0">
            <a:off x="6572250" y="10639425"/>
            <a:ext cx="238125" cy="0"/>
          </a:xfrm>
          <a:prstGeom prst="straightConnector1">
            <a:avLst/>
          </a:prstGeom>
          <a:ln w="20955">
            <a:solidFill>
              <a:srgbClr val="64686C"/>
            </a:solidFill>
            <a:prstDash val="solid"/>
            <a:tailEnd type="triangle" w="med" len="med"/>
          </a:ln>
        </p:spPr>
      </p:cxnSp>
      <p:cxnSp>
        <p:nvCxnSpPr>
          <p:cNvPr id="176" name="fast-target-to-loss">
            <a:extLst>
              <a:ext uri="{FF2B5EF4-FFF2-40B4-BE49-F238E27FC236}">
                <a16:creationId xmlns:a16="http://schemas.microsoft.com/office/drawing/2014/main" id="{1101FDBE-8FC5-45E0-AAE1-B00F62C1D824}"/>
              </a:ext>
            </a:extLst>
          </p:cNvPr>
          <p:cNvCxnSpPr/>
          <p:nvPr/>
        </p:nvCxnSpPr>
        <p:spPr>
          <a:xfrm flipH="0" flipV="1">
            <a:off x="5619750" y="9239250"/>
            <a:ext cx="0" cy="809625"/>
          </a:xfrm>
          <a:prstGeom prst="straightConnector1">
            <a:avLst/>
          </a:prstGeom>
          <a:ln w="20955">
            <a:solidFill>
              <a:srgbClr val="64686C"/>
            </a:solidFill>
            <a:prstDash val="solid"/>
            <a:tailEnd type="triangle" w="med" len="med"/>
          </a:ln>
        </p:spPr>
      </p:cxnSp>
      <p:cxnSp>
        <p:nvCxnSpPr>
          <p:cNvPr id="177" name="record-to-noising">
            <a:extLst>
              <a:ext uri="{FF2B5EF4-FFF2-40B4-BE49-F238E27FC236}">
                <a16:creationId xmlns:a16="http://schemas.microsoft.com/office/drawing/2014/main" id="{98550291-84F6-4436-B2B5-1D02C6B720CE}"/>
              </a:ext>
            </a:extLst>
          </p:cNvPr>
          <p:cNvCxnSpPr/>
          <p:nvPr/>
        </p:nvCxnSpPr>
        <p:spPr>
          <a:xfrm flipH="0" flipV="0">
            <a:off x="9239250" y="10639425"/>
            <a:ext cx="1333500" cy="0"/>
          </a:xfrm>
          <a:prstGeom prst="straightConnector1">
            <a:avLst/>
          </a:prstGeom>
          <a:ln w="20955">
            <a:solidFill>
              <a:srgbClr val="64686C"/>
            </a:solidFill>
            <a:prstDash val="solid"/>
            <a:tailEnd type="triangle" w="med" len="med"/>
          </a:ln>
        </p:spPr>
      </p:cxnSp>
      <p:cxnSp>
        <p:nvCxnSpPr>
          <p:cNvPr id="178" name="fm-target-to-loss">
            <a:extLst>
              <a:ext uri="{FF2B5EF4-FFF2-40B4-BE49-F238E27FC236}">
                <a16:creationId xmlns:a16="http://schemas.microsoft.com/office/drawing/2014/main" id="{EE532EA0-C8E0-45FA-84F6-B0F99BEF1C86}"/>
              </a:ext>
            </a:extLst>
          </p:cNvPr>
          <p:cNvCxnSpPr/>
          <p:nvPr/>
        </p:nvCxnSpPr>
        <p:spPr>
          <a:xfrm flipH="0" flipV="1">
            <a:off x="12668250" y="9239250"/>
            <a:ext cx="0" cy="1047750"/>
          </a:xfrm>
          <a:prstGeom prst="straightConnector1">
            <a:avLst/>
          </a:prstGeom>
          <a:ln w="20955">
            <a:solidFill>
              <a:srgbClr val="64686C"/>
            </a:solidFill>
            <a:prstDash val="solid"/>
            <a:tailEnd type="triangle" w="med" len="med"/>
          </a:ln>
        </p:spPr>
      </p:cxnSp>
      <p:cxnSp>
        <p:nvCxnSpPr>
          <p:cNvPr id="179" name="noise-input-out">
            <a:extLst>
              <a:ext uri="{FF2B5EF4-FFF2-40B4-BE49-F238E27FC236}">
                <a16:creationId xmlns:a16="http://schemas.microsoft.com/office/drawing/2014/main" id="{50B72357-12FB-4CEC-8922-9F8F9A464B7D}"/>
              </a:ext>
            </a:extLst>
          </p:cNvPr>
          <p:cNvCxnSpPr/>
          <p:nvPr/>
        </p:nvCxnSpPr>
        <p:spPr>
          <a:xfrm flipH="0" flipV="0">
            <a:off x="14382750" y="10639425"/>
            <a:ext cx="476250" cy="0"/>
          </a:xfrm>
          <a:prstGeom prst="straightConnector1">
            <a:avLst/>
          </a:prstGeom>
          <a:ln w="20955">
            <a:solidFill>
              <a:srgbClr val="64686C"/>
            </a:solidFill>
            <a:prstDash val="solid"/>
            <a:tailEnd type="none" w="med" len="med"/>
          </a:ln>
        </p:spPr>
      </p:cxnSp>
      <p:cxnSp>
        <p:nvCxnSpPr>
          <p:cNvPr id="180" name="noise-input-up">
            <a:extLst>
              <a:ext uri="{FF2B5EF4-FFF2-40B4-BE49-F238E27FC236}">
                <a16:creationId xmlns:a16="http://schemas.microsoft.com/office/drawing/2014/main" id="{5FD00C98-9730-41E1-879E-21F4C7C58765}"/>
              </a:ext>
            </a:extLst>
          </p:cNvPr>
          <p:cNvCxnSpPr/>
          <p:nvPr/>
        </p:nvCxnSpPr>
        <p:spPr>
          <a:xfrm flipH="0" flipV="1">
            <a:off x="14859000" y="6286500"/>
            <a:ext cx="0" cy="4352925"/>
          </a:xfrm>
          <a:prstGeom prst="straightConnector1">
            <a:avLst/>
          </a:prstGeom>
          <a:ln w="20955">
            <a:solidFill>
              <a:srgbClr val="64686C"/>
            </a:solidFill>
            <a:prstDash val="solid"/>
            <a:tailEnd type="none" w="med" len="med"/>
          </a:ln>
        </p:spPr>
      </p:cxnSp>
      <p:cxnSp>
        <p:nvCxnSpPr>
          <p:cNvPr id="181" name="noise-input-into-expert">
            <a:extLst>
              <a:ext uri="{FF2B5EF4-FFF2-40B4-BE49-F238E27FC236}">
                <a16:creationId xmlns:a16="http://schemas.microsoft.com/office/drawing/2014/main" id="{F5138978-9532-4688-B663-BCB8F373343A}"/>
              </a:ext>
            </a:extLst>
          </p:cNvPr>
          <p:cNvCxnSpPr/>
          <p:nvPr/>
        </p:nvCxnSpPr>
        <p:spPr>
          <a:xfrm flipH="1" flipV="0">
            <a:off x="14382750" y="6286500"/>
            <a:ext cx="476250" cy="0"/>
          </a:xfrm>
          <a:prstGeom prst="straightConnector1">
            <a:avLst/>
          </a:prstGeom>
          <a:ln w="20955">
            <a:solidFill>
              <a:srgbClr val="64686C"/>
            </a:solidFill>
            <a:prstDash val="solid"/>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图3.4 基于物理续跑的读写效用评价">
    <p:bg>
      <p:bgPr>
        <a:solidFill>
          <a:srgbClr val="FFFFFF"/>
        </a:solidFill>
        <a:effectLst/>
      </p:bgPr>
    </p:bg>
    <p:spTree>
      <p:nvGrpSpPr>
        <p:cNvPr id="1" name=""/>
        <p:cNvGrpSpPr/>
        <p:nvPr/>
      </p:nvGrpSpPr>
      <p:grpSpPr>
        <a:xfrm/>
      </p:grpSpPr>
      <p:sp>
        <p:nvSpPr>
          <p:cNvPr id="86" name="panel-a">
            <a:extLst>
              <a:ext uri="{FF2B5EF4-FFF2-40B4-BE49-F238E27FC236}">
                <a16:creationId xmlns:a16="http://schemas.microsoft.com/office/drawing/2014/main" id="{30C57859-EC33-4C7C-A28D-0757E0B2292A}"/>
              </a:ext>
            </a:extLst>
          </p:cNvPr>
          <p:cNvSpPr>
            <a:spLocks noGrp="1"/>
          </p:cNvSpPr>
          <p:nvPr/>
        </p:nvSpPr>
        <p:spPr>
          <a:xfrm>
            <a:off x="381000" y="66675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a</a:t>
            </a:r>
          </a:p>
        </p:txBody>
      </p:sp>
      <p:sp>
        <p:nvSpPr>
          <p:cNvPr id="2" name="title-a">
            <a:extLst>
              <a:ext uri="{FF2B5EF4-FFF2-40B4-BE49-F238E27FC236}">
                <a16:creationId xmlns:a16="http://schemas.microsoft.com/office/drawing/2014/main" id="{FBE8D5EF-83B5-4E89-A123-35F803A207ED}"/>
              </a:ext>
            </a:extLst>
          </p:cNvPr>
          <p:cNvSpPr>
            <a:spLocks noGrp="1"/>
          </p:cNvSpPr>
          <p:nvPr/>
        </p:nvSpPr>
        <p:spPr>
          <a:xfrm>
            <a:off x="809625" y="666750"/>
            <a:ext cx="3476625" cy="457200"/>
          </a:xfrm>
          <a:prstGeom prst="rect">
            <a:avLst/>
          </a:prstGeom>
          <a:noFill/>
          <a:ln w="0">
            <a:noFill/>
          </a:ln>
        </p:spPr>
        <p:txBody>
          <a:bodyPr wrap="none" lIns="0" tIns="0" rIns="0" bIns="0" anchor="ctr">
            <a:noAutofit/>
          </a:bodyPr>
          <a:lstStyle>
            <a:defPPr algn="l">
              <a:defRPr sz="2625" b="1">
                <a:solidFill>
                  <a:srgbClr val="222222"/>
                </a:solidFill>
                <a:latin typeface="Noto Sans CJK SC"/>
                <a:ea typeface="Noto Sans CJK SC"/>
                <a:cs typeface="Noto Sans CJK SC"/>
              </a:defRPr>
            </a:defPPr>
            <a:lvl1pPr algn="l">
              <a:defRPr sz="2625" b="1">
                <a:solidFill>
                  <a:srgbClr val="222222"/>
                </a:solidFill>
                <a:latin typeface="Noto Sans CJK SC"/>
                <a:ea typeface="Noto Sans CJK SC"/>
                <a:cs typeface="Noto Sans CJK SC"/>
              </a:defRPr>
            </a:lvl1pPr>
            <a:lvl2pPr algn="l">
              <a:defRPr sz="2625" b="1">
                <a:solidFill>
                  <a:srgbClr val="222222"/>
                </a:solidFill>
                <a:latin typeface="Noto Sans CJK SC"/>
                <a:ea typeface="Noto Sans CJK SC"/>
                <a:cs typeface="Noto Sans CJK SC"/>
              </a:defRPr>
            </a:lvl2pPr>
            <a:lvl3pPr algn="l">
              <a:defRPr sz="2625" b="1">
                <a:solidFill>
                  <a:srgbClr val="222222"/>
                </a:solidFill>
                <a:latin typeface="Noto Sans CJK SC"/>
                <a:ea typeface="Noto Sans CJK SC"/>
                <a:cs typeface="Noto Sans CJK SC"/>
              </a:defRPr>
            </a:lvl3pPr>
            <a:lvl4pPr algn="l">
              <a:defRPr sz="2625" b="1">
                <a:solidFill>
                  <a:srgbClr val="222222"/>
                </a:solidFill>
                <a:latin typeface="Noto Sans CJK SC"/>
                <a:ea typeface="Noto Sans CJK SC"/>
                <a:cs typeface="Noto Sans CJK SC"/>
              </a:defRPr>
            </a:lvl4pPr>
            <a:lvl5pPr algn="l">
              <a:defRPr sz="2625" b="1">
                <a:solidFill>
                  <a:srgbClr val="222222"/>
                </a:solidFill>
                <a:latin typeface="Noto Sans CJK SC"/>
                <a:ea typeface="Noto Sans CJK SC"/>
                <a:cs typeface="Noto Sans CJK SC"/>
              </a:defRPr>
            </a:lvl5pPr>
            <a:lvl6pPr algn="l">
              <a:defRPr sz="2625" b="1">
                <a:solidFill>
                  <a:srgbClr val="222222"/>
                </a:solidFill>
                <a:latin typeface="Noto Sans CJK SC"/>
                <a:ea typeface="Noto Sans CJK SC"/>
                <a:cs typeface="Noto Sans CJK SC"/>
              </a:defRPr>
            </a:lvl6pPr>
            <a:lvl7pPr algn="l">
              <a:defRPr sz="2625" b="1">
                <a:solidFill>
                  <a:srgbClr val="222222"/>
                </a:solidFill>
                <a:latin typeface="Noto Sans CJK SC"/>
                <a:ea typeface="Noto Sans CJK SC"/>
                <a:cs typeface="Noto Sans CJK SC"/>
              </a:defRPr>
            </a:lvl7pPr>
            <a:lvl8pPr algn="l">
              <a:defRPr sz="2625" b="1">
                <a:solidFill>
                  <a:srgbClr val="222222"/>
                </a:solidFill>
                <a:latin typeface="Noto Sans CJK SC"/>
                <a:ea typeface="Noto Sans CJK SC"/>
                <a:cs typeface="Noto Sans CJK SC"/>
              </a:defRPr>
            </a:lvl8pPr>
            <a:lvl9pPr algn="l">
              <a:defRPr sz="2625" b="1">
                <a:solidFill>
                  <a:srgbClr val="222222"/>
                </a:solidFill>
                <a:latin typeface="Noto Sans CJK SC"/>
                <a:ea typeface="Noto Sans CJK SC"/>
                <a:cs typeface="Noto Sans CJK SC"/>
              </a:defRPr>
            </a:lvl9pPr>
          </a:lstStyle>
          <a:p>
            <a:pPr algn="l">
              <a:defRPr sz="2625" b="1">
                <a:solidFill>
                  <a:srgbClr val="222222"/>
                </a:solidFill>
                <a:latin typeface="Noto Sans CJK SC"/>
                <a:ea typeface="Noto Sans CJK SC"/>
                <a:cs typeface="Noto Sans CJK SC"/>
              </a:defRPr>
            </a:pPr>
            <a:r>
              <a:rPr sz="2625" b="1">
                <a:solidFill>
                  <a:srgbClr val="222222"/>
                </a:solidFill>
                <a:latin typeface="Noto Sans CJK SC"/>
                <a:ea typeface="Noto Sans CJK SC"/>
                <a:cs typeface="Noto Sans CJK SC"/>
              </a:rPr>
              <a:t>起点控制</a:t>
            </a:r>
          </a:p>
        </p:txBody>
      </p:sp>
      <p:sp>
        <p:nvSpPr>
          <p:cNvPr id="3" name="panel-b">
            <a:extLst>
              <a:ext uri="{FF2B5EF4-FFF2-40B4-BE49-F238E27FC236}">
                <a16:creationId xmlns:a16="http://schemas.microsoft.com/office/drawing/2014/main" id="{6EDB62C6-475B-4631-9DBD-A8DEFB048FFA}"/>
              </a:ext>
            </a:extLst>
          </p:cNvPr>
          <p:cNvSpPr>
            <a:spLocks noGrp="1"/>
          </p:cNvSpPr>
          <p:nvPr/>
        </p:nvSpPr>
        <p:spPr>
          <a:xfrm>
            <a:off x="4762500" y="66675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b</a:t>
            </a:r>
          </a:p>
        </p:txBody>
      </p:sp>
      <p:sp>
        <p:nvSpPr>
          <p:cNvPr id="4" name="title-b">
            <a:extLst>
              <a:ext uri="{FF2B5EF4-FFF2-40B4-BE49-F238E27FC236}">
                <a16:creationId xmlns:a16="http://schemas.microsoft.com/office/drawing/2014/main" id="{E4C879FB-8960-4377-804D-3D56FD3BF7E8}"/>
              </a:ext>
            </a:extLst>
          </p:cNvPr>
          <p:cNvSpPr>
            <a:spLocks noGrp="1"/>
          </p:cNvSpPr>
          <p:nvPr/>
        </p:nvSpPr>
        <p:spPr>
          <a:xfrm>
            <a:off x="5191125" y="666750"/>
            <a:ext cx="5191125" cy="457200"/>
          </a:xfrm>
          <a:prstGeom prst="rect">
            <a:avLst/>
          </a:prstGeom>
          <a:noFill/>
          <a:ln w="0">
            <a:noFill/>
          </a:ln>
        </p:spPr>
        <p:txBody>
          <a:bodyPr wrap="none" lIns="0" tIns="0" rIns="0" bIns="0" anchor="ctr">
            <a:noAutofit/>
          </a:bodyPr>
          <a:lstStyle>
            <a:defPPr algn="l">
              <a:defRPr sz="2625" b="1">
                <a:solidFill>
                  <a:srgbClr val="222222"/>
                </a:solidFill>
                <a:latin typeface="Noto Sans CJK SC"/>
                <a:ea typeface="Noto Sans CJK SC"/>
                <a:cs typeface="Noto Sans CJK SC"/>
              </a:defRPr>
            </a:defPPr>
            <a:lvl1pPr algn="l">
              <a:defRPr sz="2625" b="1">
                <a:solidFill>
                  <a:srgbClr val="222222"/>
                </a:solidFill>
                <a:latin typeface="Noto Sans CJK SC"/>
                <a:ea typeface="Noto Sans CJK SC"/>
                <a:cs typeface="Noto Sans CJK SC"/>
              </a:defRPr>
            </a:lvl1pPr>
            <a:lvl2pPr algn="l">
              <a:defRPr sz="2625" b="1">
                <a:solidFill>
                  <a:srgbClr val="222222"/>
                </a:solidFill>
                <a:latin typeface="Noto Sans CJK SC"/>
                <a:ea typeface="Noto Sans CJK SC"/>
                <a:cs typeface="Noto Sans CJK SC"/>
              </a:defRPr>
            </a:lvl2pPr>
            <a:lvl3pPr algn="l">
              <a:defRPr sz="2625" b="1">
                <a:solidFill>
                  <a:srgbClr val="222222"/>
                </a:solidFill>
                <a:latin typeface="Noto Sans CJK SC"/>
                <a:ea typeface="Noto Sans CJK SC"/>
                <a:cs typeface="Noto Sans CJK SC"/>
              </a:defRPr>
            </a:lvl3pPr>
            <a:lvl4pPr algn="l">
              <a:defRPr sz="2625" b="1">
                <a:solidFill>
                  <a:srgbClr val="222222"/>
                </a:solidFill>
                <a:latin typeface="Noto Sans CJK SC"/>
                <a:ea typeface="Noto Sans CJK SC"/>
                <a:cs typeface="Noto Sans CJK SC"/>
              </a:defRPr>
            </a:lvl4pPr>
            <a:lvl5pPr algn="l">
              <a:defRPr sz="2625" b="1">
                <a:solidFill>
                  <a:srgbClr val="222222"/>
                </a:solidFill>
                <a:latin typeface="Noto Sans CJK SC"/>
                <a:ea typeface="Noto Sans CJK SC"/>
                <a:cs typeface="Noto Sans CJK SC"/>
              </a:defRPr>
            </a:lvl5pPr>
            <a:lvl6pPr algn="l">
              <a:defRPr sz="2625" b="1">
                <a:solidFill>
                  <a:srgbClr val="222222"/>
                </a:solidFill>
                <a:latin typeface="Noto Sans CJK SC"/>
                <a:ea typeface="Noto Sans CJK SC"/>
                <a:cs typeface="Noto Sans CJK SC"/>
              </a:defRPr>
            </a:lvl6pPr>
            <a:lvl7pPr algn="l">
              <a:defRPr sz="2625" b="1">
                <a:solidFill>
                  <a:srgbClr val="222222"/>
                </a:solidFill>
                <a:latin typeface="Noto Sans CJK SC"/>
                <a:ea typeface="Noto Sans CJK SC"/>
                <a:cs typeface="Noto Sans CJK SC"/>
              </a:defRPr>
            </a:lvl7pPr>
            <a:lvl8pPr algn="l">
              <a:defRPr sz="2625" b="1">
                <a:solidFill>
                  <a:srgbClr val="222222"/>
                </a:solidFill>
                <a:latin typeface="Noto Sans CJK SC"/>
                <a:ea typeface="Noto Sans CJK SC"/>
                <a:cs typeface="Noto Sans CJK SC"/>
              </a:defRPr>
            </a:lvl8pPr>
            <a:lvl9pPr algn="l">
              <a:defRPr sz="2625" b="1">
                <a:solidFill>
                  <a:srgbClr val="222222"/>
                </a:solidFill>
                <a:latin typeface="Noto Sans CJK SC"/>
                <a:ea typeface="Noto Sans CJK SC"/>
                <a:cs typeface="Noto Sans CJK SC"/>
              </a:defRPr>
            </a:lvl9pPr>
          </a:lstStyle>
          <a:p>
            <a:pPr algn="l">
              <a:defRPr sz="2625" b="1">
                <a:solidFill>
                  <a:srgbClr val="222222"/>
                </a:solidFill>
                <a:latin typeface="Noto Sans CJK SC"/>
                <a:ea typeface="Noto Sans CJK SC"/>
                <a:cs typeface="Noto Sans CJK SC"/>
              </a:defRPr>
            </a:pPr>
            <a:r>
              <a:rPr sz="2625" b="1">
                <a:solidFill>
                  <a:srgbClr val="222222"/>
                </a:solidFill>
                <a:latin typeface="Noto Sans CJK SC"/>
                <a:ea typeface="Noto Sans CJK SC"/>
                <a:cs typeface="Noto Sans CJK SC"/>
              </a:rPr>
              <a:t>配对续跑</a:t>
            </a:r>
          </a:p>
        </p:txBody>
      </p:sp>
      <p:sp>
        <p:nvSpPr>
          <p:cNvPr id="5" name="panel-c">
            <a:extLst>
              <a:ext uri="{FF2B5EF4-FFF2-40B4-BE49-F238E27FC236}">
                <a16:creationId xmlns:a16="http://schemas.microsoft.com/office/drawing/2014/main" id="{27183CE5-1F35-4018-B443-8A48252AFEE8}"/>
              </a:ext>
            </a:extLst>
          </p:cNvPr>
          <p:cNvSpPr>
            <a:spLocks noGrp="1"/>
          </p:cNvSpPr>
          <p:nvPr/>
        </p:nvSpPr>
        <p:spPr>
          <a:xfrm>
            <a:off x="10668000" y="666750"/>
            <a:ext cx="381000" cy="457200"/>
          </a:xfrm>
          <a:prstGeom prst="rect">
            <a:avLst/>
          </a:prstGeom>
          <a:noFill/>
          <a:ln w="0">
            <a:noFill/>
          </a:ln>
        </p:spPr>
        <p:txBody>
          <a:bodyPr wrap="none" lIns="0" tIns="0" rIns="0" bIns="0" anchor="ctr">
            <a:noAutofit/>
          </a:bodyPr>
          <a:lstStyle>
            <a:defPPr algn="l">
              <a:defRPr sz="2850" b="1">
                <a:solidFill>
                  <a:srgbClr val="222222"/>
                </a:solidFill>
                <a:latin typeface="Noto Sans CJK SC"/>
                <a:ea typeface="Noto Sans CJK SC"/>
                <a:cs typeface="Noto Sans CJK SC"/>
              </a:defRPr>
            </a:defPPr>
            <a:lvl1pPr algn="l">
              <a:defRPr sz="2850" b="1">
                <a:solidFill>
                  <a:srgbClr val="222222"/>
                </a:solidFill>
                <a:latin typeface="Noto Sans CJK SC"/>
                <a:ea typeface="Noto Sans CJK SC"/>
                <a:cs typeface="Noto Sans CJK SC"/>
              </a:defRPr>
            </a:lvl1pPr>
            <a:lvl2pPr algn="l">
              <a:defRPr sz="2850" b="1">
                <a:solidFill>
                  <a:srgbClr val="222222"/>
                </a:solidFill>
                <a:latin typeface="Noto Sans CJK SC"/>
                <a:ea typeface="Noto Sans CJK SC"/>
                <a:cs typeface="Noto Sans CJK SC"/>
              </a:defRPr>
            </a:lvl2pPr>
            <a:lvl3pPr algn="l">
              <a:defRPr sz="2850" b="1">
                <a:solidFill>
                  <a:srgbClr val="222222"/>
                </a:solidFill>
                <a:latin typeface="Noto Sans CJK SC"/>
                <a:ea typeface="Noto Sans CJK SC"/>
                <a:cs typeface="Noto Sans CJK SC"/>
              </a:defRPr>
            </a:lvl3pPr>
            <a:lvl4pPr algn="l">
              <a:defRPr sz="2850" b="1">
                <a:solidFill>
                  <a:srgbClr val="222222"/>
                </a:solidFill>
                <a:latin typeface="Noto Sans CJK SC"/>
                <a:ea typeface="Noto Sans CJK SC"/>
                <a:cs typeface="Noto Sans CJK SC"/>
              </a:defRPr>
            </a:lvl4pPr>
            <a:lvl5pPr algn="l">
              <a:defRPr sz="2850" b="1">
                <a:solidFill>
                  <a:srgbClr val="222222"/>
                </a:solidFill>
                <a:latin typeface="Noto Sans CJK SC"/>
                <a:ea typeface="Noto Sans CJK SC"/>
                <a:cs typeface="Noto Sans CJK SC"/>
              </a:defRPr>
            </a:lvl5pPr>
            <a:lvl6pPr algn="l">
              <a:defRPr sz="2850" b="1">
                <a:solidFill>
                  <a:srgbClr val="222222"/>
                </a:solidFill>
                <a:latin typeface="Noto Sans CJK SC"/>
                <a:ea typeface="Noto Sans CJK SC"/>
                <a:cs typeface="Noto Sans CJK SC"/>
              </a:defRPr>
            </a:lvl6pPr>
            <a:lvl7pPr algn="l">
              <a:defRPr sz="2850" b="1">
                <a:solidFill>
                  <a:srgbClr val="222222"/>
                </a:solidFill>
                <a:latin typeface="Noto Sans CJK SC"/>
                <a:ea typeface="Noto Sans CJK SC"/>
                <a:cs typeface="Noto Sans CJK SC"/>
              </a:defRPr>
            </a:lvl7pPr>
            <a:lvl8pPr algn="l">
              <a:defRPr sz="2850" b="1">
                <a:solidFill>
                  <a:srgbClr val="222222"/>
                </a:solidFill>
                <a:latin typeface="Noto Sans CJK SC"/>
                <a:ea typeface="Noto Sans CJK SC"/>
                <a:cs typeface="Noto Sans CJK SC"/>
              </a:defRPr>
            </a:lvl8pPr>
            <a:lvl9pPr algn="l">
              <a:defRPr sz="2850" b="1">
                <a:solidFill>
                  <a:srgbClr val="222222"/>
                </a:solidFill>
                <a:latin typeface="Noto Sans CJK SC"/>
                <a:ea typeface="Noto Sans CJK SC"/>
                <a:cs typeface="Noto Sans CJK SC"/>
              </a:defRPr>
            </a:lvl9pPr>
          </a:lstStyle>
          <a:p>
            <a:pPr algn="l">
              <a:defRPr sz="2850" b="1">
                <a:solidFill>
                  <a:srgbClr val="222222"/>
                </a:solidFill>
                <a:latin typeface="Noto Sans CJK SC"/>
                <a:ea typeface="Noto Sans CJK SC"/>
                <a:cs typeface="Noto Sans CJK SC"/>
              </a:defRPr>
            </a:pPr>
            <a:r>
              <a:rPr sz="2850" b="1">
                <a:solidFill>
                  <a:srgbClr val="222222"/>
                </a:solidFill>
                <a:latin typeface="Noto Sans CJK SC"/>
                <a:ea typeface="Noto Sans CJK SC"/>
                <a:cs typeface="Noto Sans CJK SC"/>
              </a:rPr>
              <a:t>c</a:t>
            </a:r>
          </a:p>
        </p:txBody>
      </p:sp>
      <p:sp>
        <p:nvSpPr>
          <p:cNvPr id="6" name="title-c">
            <a:extLst>
              <a:ext uri="{FF2B5EF4-FFF2-40B4-BE49-F238E27FC236}">
                <a16:creationId xmlns:a16="http://schemas.microsoft.com/office/drawing/2014/main" id="{9B1A14B1-ADCB-48B1-9167-13CB952767E4}"/>
              </a:ext>
            </a:extLst>
          </p:cNvPr>
          <p:cNvSpPr>
            <a:spLocks noGrp="1"/>
          </p:cNvSpPr>
          <p:nvPr/>
        </p:nvSpPr>
        <p:spPr>
          <a:xfrm>
            <a:off x="11096625" y="666750"/>
            <a:ext cx="3762375" cy="457200"/>
          </a:xfrm>
          <a:prstGeom prst="rect">
            <a:avLst/>
          </a:prstGeom>
          <a:noFill/>
          <a:ln w="0">
            <a:noFill/>
          </a:ln>
        </p:spPr>
        <p:txBody>
          <a:bodyPr wrap="none" lIns="0" tIns="0" rIns="0" bIns="0" anchor="ctr">
            <a:noAutofit/>
          </a:bodyPr>
          <a:lstStyle>
            <a:defPPr algn="l">
              <a:defRPr sz="2625" b="1">
                <a:solidFill>
                  <a:srgbClr val="222222"/>
                </a:solidFill>
                <a:latin typeface="Noto Sans CJK SC"/>
                <a:ea typeface="Noto Sans CJK SC"/>
                <a:cs typeface="Noto Sans CJK SC"/>
              </a:defRPr>
            </a:defPPr>
            <a:lvl1pPr algn="l">
              <a:defRPr sz="2625" b="1">
                <a:solidFill>
                  <a:srgbClr val="222222"/>
                </a:solidFill>
                <a:latin typeface="Noto Sans CJK SC"/>
                <a:ea typeface="Noto Sans CJK SC"/>
                <a:cs typeface="Noto Sans CJK SC"/>
              </a:defRPr>
            </a:lvl1pPr>
            <a:lvl2pPr algn="l">
              <a:defRPr sz="2625" b="1">
                <a:solidFill>
                  <a:srgbClr val="222222"/>
                </a:solidFill>
                <a:latin typeface="Noto Sans CJK SC"/>
                <a:ea typeface="Noto Sans CJK SC"/>
                <a:cs typeface="Noto Sans CJK SC"/>
              </a:defRPr>
            </a:lvl2pPr>
            <a:lvl3pPr algn="l">
              <a:defRPr sz="2625" b="1">
                <a:solidFill>
                  <a:srgbClr val="222222"/>
                </a:solidFill>
                <a:latin typeface="Noto Sans CJK SC"/>
                <a:ea typeface="Noto Sans CJK SC"/>
                <a:cs typeface="Noto Sans CJK SC"/>
              </a:defRPr>
            </a:lvl3pPr>
            <a:lvl4pPr algn="l">
              <a:defRPr sz="2625" b="1">
                <a:solidFill>
                  <a:srgbClr val="222222"/>
                </a:solidFill>
                <a:latin typeface="Noto Sans CJK SC"/>
                <a:ea typeface="Noto Sans CJK SC"/>
                <a:cs typeface="Noto Sans CJK SC"/>
              </a:defRPr>
            </a:lvl4pPr>
            <a:lvl5pPr algn="l">
              <a:defRPr sz="2625" b="1">
                <a:solidFill>
                  <a:srgbClr val="222222"/>
                </a:solidFill>
                <a:latin typeface="Noto Sans CJK SC"/>
                <a:ea typeface="Noto Sans CJK SC"/>
                <a:cs typeface="Noto Sans CJK SC"/>
              </a:defRPr>
            </a:lvl5pPr>
            <a:lvl6pPr algn="l">
              <a:defRPr sz="2625" b="1">
                <a:solidFill>
                  <a:srgbClr val="222222"/>
                </a:solidFill>
                <a:latin typeface="Noto Sans CJK SC"/>
                <a:ea typeface="Noto Sans CJK SC"/>
                <a:cs typeface="Noto Sans CJK SC"/>
              </a:defRPr>
            </a:lvl6pPr>
            <a:lvl7pPr algn="l">
              <a:defRPr sz="2625" b="1">
                <a:solidFill>
                  <a:srgbClr val="222222"/>
                </a:solidFill>
                <a:latin typeface="Noto Sans CJK SC"/>
                <a:ea typeface="Noto Sans CJK SC"/>
                <a:cs typeface="Noto Sans CJK SC"/>
              </a:defRPr>
            </a:lvl7pPr>
            <a:lvl8pPr algn="l">
              <a:defRPr sz="2625" b="1">
                <a:solidFill>
                  <a:srgbClr val="222222"/>
                </a:solidFill>
                <a:latin typeface="Noto Sans CJK SC"/>
                <a:ea typeface="Noto Sans CJK SC"/>
                <a:cs typeface="Noto Sans CJK SC"/>
              </a:defRPr>
            </a:lvl8pPr>
            <a:lvl9pPr algn="l">
              <a:defRPr sz="2625" b="1">
                <a:solidFill>
                  <a:srgbClr val="222222"/>
                </a:solidFill>
                <a:latin typeface="Noto Sans CJK SC"/>
                <a:ea typeface="Noto Sans CJK SC"/>
                <a:cs typeface="Noto Sans CJK SC"/>
              </a:defRPr>
            </a:lvl9pPr>
          </a:lstStyle>
          <a:p>
            <a:pPr algn="l">
              <a:defRPr sz="2625" b="1">
                <a:solidFill>
                  <a:srgbClr val="222222"/>
                </a:solidFill>
                <a:latin typeface="Noto Sans CJK SC"/>
                <a:ea typeface="Noto Sans CJK SC"/>
                <a:cs typeface="Noto Sans CJK SC"/>
              </a:defRPr>
            </a:pPr>
            <a:r>
              <a:rPr sz="2625" b="1">
                <a:solidFill>
                  <a:srgbClr val="222222"/>
                </a:solidFill>
                <a:latin typeface="Noto Sans CJK SC"/>
                <a:ea typeface="Noto Sans CJK SC"/>
                <a:cs typeface="Noto Sans CJK SC"/>
              </a:rPr>
              <a:t>效用与辅助训练</a:t>
            </a:r>
          </a:p>
        </p:txBody>
      </p:sp>
      <p:pic>
        <p:nvPicPr>
          <p:cNvPr id="7" name="">
            <a:extLst>
              <a:ext uri="{FF2B5EF4-FFF2-40B4-BE49-F238E27FC236}">
                <a16:creationId xmlns:a16="http://schemas.microsoft.com/office/drawing/2014/main" id="{239E00F7-D999-4BDD-B735-74E56266A397}"/>
              </a:ext>
            </a:extLst>
          </p:cNvPr>
          <p:cNvPicPr>
            <a:picLocks noChangeAspect="1"/>
          </p:cNvPicPr>
          <p:nvPr/>
        </p:nvPicPr>
        <p:blipFill>
          <a:blip r:embed="rIdFigure34Visual1"/>
          <a:srcRect l="0" t="7371" r="50000" b="47809"/>
          <a:stretch/>
        </p:blipFill>
        <p:spPr>
          <a:xfrm>
            <a:off x="381000" y="1619250"/>
            <a:ext cx="3476625" cy="2447925"/>
          </a:xfrm>
          <a:prstGeom prst="rect">
            <a:avLst/>
          </a:prstGeom>
        </p:spPr>
      </p:pic>
      <p:sp>
        <p:nvSpPr>
          <p:cNvPr id="8" name="photo-caption">
            <a:extLst>
              <a:ext uri="{FF2B5EF4-FFF2-40B4-BE49-F238E27FC236}">
                <a16:creationId xmlns:a16="http://schemas.microsoft.com/office/drawing/2014/main" id="{DA1538A8-EC79-4669-94F4-AFBE83415F16}"/>
              </a:ext>
            </a:extLst>
          </p:cNvPr>
          <p:cNvSpPr>
            <a:spLocks noGrp="1"/>
          </p:cNvSpPr>
          <p:nvPr/>
        </p:nvSpPr>
        <p:spPr>
          <a:xfrm>
            <a:off x="381000" y="4210050"/>
            <a:ext cx="3476625" cy="342900"/>
          </a:xfrm>
          <a:prstGeom prst="rect">
            <a:avLst/>
          </a:prstGeom>
          <a:noFill/>
          <a:ln w="0">
            <a:noFill/>
          </a:ln>
        </p:spPr>
        <p:txBody>
          <a:bodyPr wrap="none" lIns="0" tIns="0" rIns="0" bIns="0" anchor="ctr">
            <a:noAutofit/>
          </a:bodyPr>
          <a:lstStyle>
            <a:defPPr algn="ctr">
              <a:defRPr sz="2025" b="0">
                <a:solidFill>
                  <a:srgbClr val="64686C"/>
                </a:solidFill>
                <a:latin typeface="Noto Sans CJK SC"/>
                <a:ea typeface="Noto Sans CJK SC"/>
                <a:cs typeface="Noto Sans CJK SC"/>
              </a:defRPr>
            </a:defPPr>
            <a:lvl1pPr algn="ctr">
              <a:defRPr sz="2025" b="0">
                <a:solidFill>
                  <a:srgbClr val="64686C"/>
                </a:solidFill>
                <a:latin typeface="Noto Sans CJK SC"/>
                <a:ea typeface="Noto Sans CJK SC"/>
                <a:cs typeface="Noto Sans CJK SC"/>
              </a:defRPr>
            </a:lvl1pPr>
            <a:lvl2pPr algn="ctr">
              <a:defRPr sz="2025" b="0">
                <a:solidFill>
                  <a:srgbClr val="64686C"/>
                </a:solidFill>
                <a:latin typeface="Noto Sans CJK SC"/>
                <a:ea typeface="Noto Sans CJK SC"/>
                <a:cs typeface="Noto Sans CJK SC"/>
              </a:defRPr>
            </a:lvl2pPr>
            <a:lvl3pPr algn="ctr">
              <a:defRPr sz="2025" b="0">
                <a:solidFill>
                  <a:srgbClr val="64686C"/>
                </a:solidFill>
                <a:latin typeface="Noto Sans CJK SC"/>
                <a:ea typeface="Noto Sans CJK SC"/>
                <a:cs typeface="Noto Sans CJK SC"/>
              </a:defRPr>
            </a:lvl3pPr>
            <a:lvl4pPr algn="ctr">
              <a:defRPr sz="2025" b="0">
                <a:solidFill>
                  <a:srgbClr val="64686C"/>
                </a:solidFill>
                <a:latin typeface="Noto Sans CJK SC"/>
                <a:ea typeface="Noto Sans CJK SC"/>
                <a:cs typeface="Noto Sans CJK SC"/>
              </a:defRPr>
            </a:lvl4pPr>
            <a:lvl5pPr algn="ctr">
              <a:defRPr sz="2025" b="0">
                <a:solidFill>
                  <a:srgbClr val="64686C"/>
                </a:solidFill>
                <a:latin typeface="Noto Sans CJK SC"/>
                <a:ea typeface="Noto Sans CJK SC"/>
                <a:cs typeface="Noto Sans CJK SC"/>
              </a:defRPr>
            </a:lvl5pPr>
            <a:lvl6pPr algn="ctr">
              <a:defRPr sz="2025" b="0">
                <a:solidFill>
                  <a:srgbClr val="64686C"/>
                </a:solidFill>
                <a:latin typeface="Noto Sans CJK SC"/>
                <a:ea typeface="Noto Sans CJK SC"/>
                <a:cs typeface="Noto Sans CJK SC"/>
              </a:defRPr>
            </a:lvl6pPr>
            <a:lvl7pPr algn="ctr">
              <a:defRPr sz="2025" b="0">
                <a:solidFill>
                  <a:srgbClr val="64686C"/>
                </a:solidFill>
                <a:latin typeface="Noto Sans CJK SC"/>
                <a:ea typeface="Noto Sans CJK SC"/>
                <a:cs typeface="Noto Sans CJK SC"/>
              </a:defRPr>
            </a:lvl7pPr>
            <a:lvl8pPr algn="ctr">
              <a:defRPr sz="2025" b="0">
                <a:solidFill>
                  <a:srgbClr val="64686C"/>
                </a:solidFill>
                <a:latin typeface="Noto Sans CJK SC"/>
                <a:ea typeface="Noto Sans CJK SC"/>
                <a:cs typeface="Noto Sans CJK SC"/>
              </a:defRPr>
            </a:lvl8pPr>
            <a:lvl9pPr algn="ctr">
              <a:defRPr sz="2025" b="0">
                <a:solidFill>
                  <a:srgbClr val="64686C"/>
                </a:solidFill>
                <a:latin typeface="Noto Sans CJK SC"/>
                <a:ea typeface="Noto Sans CJK SC"/>
                <a:cs typeface="Noto Sans CJK SC"/>
              </a:defRPr>
            </a:lvl9pPr>
          </a:lstStyle>
          <a:p>
            <a:pPr algn="ctr">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RM65-B 既有仿真</a:t>
            </a:r>
          </a:p>
        </p:txBody>
      </p:sp>
      <p:cxnSp>
        <p:nvCxnSpPr>
          <p:cNvPr id="9" name="observation-to-state">
            <a:extLst>
              <a:ext uri="{FF2B5EF4-FFF2-40B4-BE49-F238E27FC236}">
                <a16:creationId xmlns:a16="http://schemas.microsoft.com/office/drawing/2014/main" id="{80257FB3-7084-4382-B1F5-97652EC84364}"/>
              </a:ext>
            </a:extLst>
          </p:cNvPr>
          <p:cNvCxnSpPr/>
          <p:nvPr/>
        </p:nvCxnSpPr>
        <p:spPr>
          <a:xfrm flipH="0" flipV="0">
            <a:off x="2124075" y="4667250"/>
            <a:ext cx="0" cy="647700"/>
          </a:xfrm>
          <a:prstGeom prst="straightConnector1">
            <a:avLst/>
          </a:prstGeom>
          <a:ln w="20955">
            <a:solidFill>
              <a:srgbClr val="64686C"/>
            </a:solidFill>
            <a:prstDash val="solid"/>
            <a:tailEnd type="triangle" w="med" len="med"/>
          </a:ln>
        </p:spPr>
      </p:cxnSp>
      <p:sp>
        <p:nvSpPr>
          <p:cNvPr id="10" name="snapshot-back">
            <a:extLst>
              <a:ext uri="{FF2B5EF4-FFF2-40B4-BE49-F238E27FC236}">
                <a16:creationId xmlns:a16="http://schemas.microsoft.com/office/drawing/2014/main" id="{9D314032-AEB0-4CB3-9855-0C7366CBD6F5}"/>
              </a:ext>
            </a:extLst>
          </p:cNvPr>
          <p:cNvSpPr>
            <a:spLocks noGrp="1"/>
          </p:cNvSpPr>
          <p:nvPr/>
        </p:nvSpPr>
        <p:spPr>
          <a:xfrm>
            <a:off x="495300" y="5314950"/>
            <a:ext cx="3476625" cy="1466850"/>
          </a:xfrm>
          <a:prstGeom prst="rect">
            <a:avLst/>
          </a:prstGeom>
          <a:solidFill>
            <a:srgbClr val="F4F7F5"/>
          </a:solidFill>
          <a:ln w="13335">
            <a:solidFill>
              <a:srgbClr val="A5BDB2"/>
            </a:solidFill>
            <a:prstDash val="solid"/>
          </a:ln>
        </p:spPr>
      </p:sp>
      <p:sp>
        <p:nvSpPr>
          <p:cNvPr id="11" name="snapshot">
            <a:extLst>
              <a:ext uri="{FF2B5EF4-FFF2-40B4-BE49-F238E27FC236}">
                <a16:creationId xmlns:a16="http://schemas.microsoft.com/office/drawing/2014/main" id="{ECCBF819-48E3-40D9-898A-8950275A6064}"/>
              </a:ext>
            </a:extLst>
          </p:cNvPr>
          <p:cNvSpPr>
            <a:spLocks noGrp="1"/>
          </p:cNvSpPr>
          <p:nvPr/>
        </p:nvSpPr>
        <p:spPr>
          <a:xfrm>
            <a:off x="381000" y="5429250"/>
            <a:ext cx="3476625" cy="1466850"/>
          </a:xfrm>
          <a:prstGeom prst="rect">
            <a:avLst/>
          </a:prstGeom>
          <a:solidFill>
            <a:srgbClr val="EEF4F0"/>
          </a:solidFill>
          <a:ln w="17145">
            <a:solidFill>
              <a:srgbClr val="427568"/>
            </a:solidFill>
            <a:prstDash val="solid"/>
          </a:ln>
        </p:spPr>
      </p:sp>
      <p:sp>
        <p:nvSpPr>
          <p:cNvPr id="12" name="snapshot-title">
            <a:extLst>
              <a:ext uri="{FF2B5EF4-FFF2-40B4-BE49-F238E27FC236}">
                <a16:creationId xmlns:a16="http://schemas.microsoft.com/office/drawing/2014/main" id="{D04364EF-E275-4AC8-A812-127751C570C4}"/>
              </a:ext>
            </a:extLst>
          </p:cNvPr>
          <p:cNvSpPr>
            <a:spLocks noGrp="1"/>
          </p:cNvSpPr>
          <p:nvPr/>
        </p:nvSpPr>
        <p:spPr>
          <a:xfrm>
            <a:off x="523875" y="5572125"/>
            <a:ext cx="3190875" cy="400050"/>
          </a:xfrm>
          <a:prstGeom prst="rect">
            <a:avLst/>
          </a:prstGeom>
          <a:noFill/>
          <a:ln w="0">
            <a:noFill/>
          </a:ln>
        </p:spPr>
        <p:txBody>
          <a:bodyPr wrap="none" lIns="0" tIns="0" rIns="0" bIns="0" anchor="ctr">
            <a:noAutofit/>
          </a:bodyPr>
          <a:lstStyle>
            <a:defPPr algn="ctr">
              <a:defRPr sz="2400" b="1">
                <a:solidFill>
                  <a:srgbClr val="222222"/>
                </a:solidFill>
                <a:latin typeface="Noto Sans CJK SC"/>
                <a:ea typeface="Noto Sans CJK SC"/>
                <a:cs typeface="Noto Sans CJK SC"/>
              </a:defRPr>
            </a:defPPr>
            <a:lvl1pPr algn="ctr">
              <a:defRPr sz="2400" b="1">
                <a:solidFill>
                  <a:srgbClr val="222222"/>
                </a:solidFill>
                <a:latin typeface="Noto Sans CJK SC"/>
                <a:ea typeface="Noto Sans CJK SC"/>
                <a:cs typeface="Noto Sans CJK SC"/>
              </a:defRPr>
            </a:lvl1pPr>
            <a:lvl2pPr algn="ctr">
              <a:defRPr sz="2400" b="1">
                <a:solidFill>
                  <a:srgbClr val="222222"/>
                </a:solidFill>
                <a:latin typeface="Noto Sans CJK SC"/>
                <a:ea typeface="Noto Sans CJK SC"/>
                <a:cs typeface="Noto Sans CJK SC"/>
              </a:defRPr>
            </a:lvl2pPr>
            <a:lvl3pPr algn="ctr">
              <a:defRPr sz="2400" b="1">
                <a:solidFill>
                  <a:srgbClr val="222222"/>
                </a:solidFill>
                <a:latin typeface="Noto Sans CJK SC"/>
                <a:ea typeface="Noto Sans CJK SC"/>
                <a:cs typeface="Noto Sans CJK SC"/>
              </a:defRPr>
            </a:lvl3pPr>
            <a:lvl4pPr algn="ctr">
              <a:defRPr sz="2400" b="1">
                <a:solidFill>
                  <a:srgbClr val="222222"/>
                </a:solidFill>
                <a:latin typeface="Noto Sans CJK SC"/>
                <a:ea typeface="Noto Sans CJK SC"/>
                <a:cs typeface="Noto Sans CJK SC"/>
              </a:defRPr>
            </a:lvl4pPr>
            <a:lvl5pPr algn="ctr">
              <a:defRPr sz="2400" b="1">
                <a:solidFill>
                  <a:srgbClr val="222222"/>
                </a:solidFill>
                <a:latin typeface="Noto Sans CJK SC"/>
                <a:ea typeface="Noto Sans CJK SC"/>
                <a:cs typeface="Noto Sans CJK SC"/>
              </a:defRPr>
            </a:lvl5pPr>
            <a:lvl6pPr algn="ctr">
              <a:defRPr sz="2400" b="1">
                <a:solidFill>
                  <a:srgbClr val="222222"/>
                </a:solidFill>
                <a:latin typeface="Noto Sans CJK SC"/>
                <a:ea typeface="Noto Sans CJK SC"/>
                <a:cs typeface="Noto Sans CJK SC"/>
              </a:defRPr>
            </a:lvl6pPr>
            <a:lvl7pPr algn="ctr">
              <a:defRPr sz="2400" b="1">
                <a:solidFill>
                  <a:srgbClr val="222222"/>
                </a:solidFill>
                <a:latin typeface="Noto Sans CJK SC"/>
                <a:ea typeface="Noto Sans CJK SC"/>
                <a:cs typeface="Noto Sans CJK SC"/>
              </a:defRPr>
            </a:lvl7pPr>
            <a:lvl8pPr algn="ctr">
              <a:defRPr sz="2400" b="1">
                <a:solidFill>
                  <a:srgbClr val="222222"/>
                </a:solidFill>
                <a:latin typeface="Noto Sans CJK SC"/>
                <a:ea typeface="Noto Sans CJK SC"/>
                <a:cs typeface="Noto Sans CJK SC"/>
              </a:defRPr>
            </a:lvl8pPr>
            <a:lvl9pPr algn="ctr">
              <a:defRPr sz="2400" b="1">
                <a:solidFill>
                  <a:srgbClr val="222222"/>
                </a:solidFill>
                <a:latin typeface="Noto Sans CJK SC"/>
                <a:ea typeface="Noto Sans CJK SC"/>
                <a:cs typeface="Noto Sans CJK SC"/>
              </a:defRPr>
            </a:lvl9pPr>
          </a:lstStyle>
          <a:p>
            <a:pPr algn="ctr">
              <a:defRPr sz="2400" b="1">
                <a:solidFill>
                  <a:srgbClr val="222222"/>
                </a:solidFill>
                <a:latin typeface="Noto Sans CJK SC"/>
                <a:ea typeface="Noto Sans CJK SC"/>
                <a:cs typeface="Noto Sans CJK SC"/>
              </a:defRPr>
            </a:pPr>
            <a:r>
              <a:rPr sz="2400" b="1">
                <a:solidFill>
                  <a:srgbClr val="222222"/>
                </a:solidFill>
                <a:latin typeface="Noto Sans CJK SC"/>
                <a:ea typeface="Noto Sans CJK SC"/>
                <a:cs typeface="Noto Sans CJK SC"/>
              </a:rPr>
              <a:t>同一扩展状态 x</a:t>
            </a:r>
          </a:p>
        </p:txBody>
      </p:sp>
      <p:sp>
        <p:nvSpPr>
          <p:cNvPr id="13" name="snapshot-contents">
            <a:extLst>
              <a:ext uri="{FF2B5EF4-FFF2-40B4-BE49-F238E27FC236}">
                <a16:creationId xmlns:a16="http://schemas.microsoft.com/office/drawing/2014/main" id="{B13C8C66-838B-4627-8DE1-99807D877184}"/>
              </a:ext>
            </a:extLst>
          </p:cNvPr>
          <p:cNvSpPr>
            <a:spLocks noGrp="1"/>
          </p:cNvSpPr>
          <p:nvPr/>
        </p:nvSpPr>
        <p:spPr>
          <a:xfrm>
            <a:off x="523875" y="6096000"/>
            <a:ext cx="3190875" cy="647700"/>
          </a:xfrm>
          <a:prstGeom prst="rect">
            <a:avLst/>
          </a:prstGeom>
          <a:noFill/>
          <a:ln w="0">
            <a:noFill/>
          </a:ln>
        </p:spPr>
        <p:txBody>
          <a:bodyPr wrap="none" lIns="0" tIns="0" rIns="0" bIns="0" anchor="ctr">
            <a:noAutofit/>
          </a:bodyPr>
          <a:lstStyle>
            <a:defPPr algn="ctr">
              <a:defRPr sz="2100" b="0">
                <a:solidFill>
                  <a:srgbClr val="64686C"/>
                </a:solidFill>
                <a:latin typeface="Noto Sans CJK SC"/>
                <a:ea typeface="Noto Sans CJK SC"/>
                <a:cs typeface="Noto Sans CJK SC"/>
              </a:defRPr>
            </a:defPPr>
            <a:lvl1pPr algn="ctr">
              <a:defRPr sz="2100" b="0">
                <a:solidFill>
                  <a:srgbClr val="64686C"/>
                </a:solidFill>
                <a:latin typeface="Noto Sans CJK SC"/>
                <a:ea typeface="Noto Sans CJK SC"/>
                <a:cs typeface="Noto Sans CJK SC"/>
              </a:defRPr>
            </a:lvl1pPr>
            <a:lvl2pPr algn="ctr">
              <a:defRPr sz="2100" b="0">
                <a:solidFill>
                  <a:srgbClr val="64686C"/>
                </a:solidFill>
                <a:latin typeface="Noto Sans CJK SC"/>
                <a:ea typeface="Noto Sans CJK SC"/>
                <a:cs typeface="Noto Sans CJK SC"/>
              </a:defRPr>
            </a:lvl2pPr>
            <a:lvl3pPr algn="ctr">
              <a:defRPr sz="2100" b="0">
                <a:solidFill>
                  <a:srgbClr val="64686C"/>
                </a:solidFill>
                <a:latin typeface="Noto Sans CJK SC"/>
                <a:ea typeface="Noto Sans CJK SC"/>
                <a:cs typeface="Noto Sans CJK SC"/>
              </a:defRPr>
            </a:lvl3pPr>
            <a:lvl4pPr algn="ctr">
              <a:defRPr sz="2100" b="0">
                <a:solidFill>
                  <a:srgbClr val="64686C"/>
                </a:solidFill>
                <a:latin typeface="Noto Sans CJK SC"/>
                <a:ea typeface="Noto Sans CJK SC"/>
                <a:cs typeface="Noto Sans CJK SC"/>
              </a:defRPr>
            </a:lvl4pPr>
            <a:lvl5pPr algn="ctr">
              <a:defRPr sz="2100" b="0">
                <a:solidFill>
                  <a:srgbClr val="64686C"/>
                </a:solidFill>
                <a:latin typeface="Noto Sans CJK SC"/>
                <a:ea typeface="Noto Sans CJK SC"/>
                <a:cs typeface="Noto Sans CJK SC"/>
              </a:defRPr>
            </a:lvl5pPr>
            <a:lvl6pPr algn="ctr">
              <a:defRPr sz="2100" b="0">
                <a:solidFill>
                  <a:srgbClr val="64686C"/>
                </a:solidFill>
                <a:latin typeface="Noto Sans CJK SC"/>
                <a:ea typeface="Noto Sans CJK SC"/>
                <a:cs typeface="Noto Sans CJK SC"/>
              </a:defRPr>
            </a:lvl6pPr>
            <a:lvl7pPr algn="ctr">
              <a:defRPr sz="2100" b="0">
                <a:solidFill>
                  <a:srgbClr val="64686C"/>
                </a:solidFill>
                <a:latin typeface="Noto Sans CJK SC"/>
                <a:ea typeface="Noto Sans CJK SC"/>
                <a:cs typeface="Noto Sans CJK SC"/>
              </a:defRPr>
            </a:lvl7pPr>
            <a:lvl8pPr algn="ctr">
              <a:defRPr sz="2100" b="0">
                <a:solidFill>
                  <a:srgbClr val="64686C"/>
                </a:solidFill>
                <a:latin typeface="Noto Sans CJK SC"/>
                <a:ea typeface="Noto Sans CJK SC"/>
                <a:cs typeface="Noto Sans CJK SC"/>
              </a:defRPr>
            </a:lvl8pPr>
            <a:lvl9pPr algn="ctr">
              <a:defRPr sz="2100" b="0">
                <a:solidFill>
                  <a:srgbClr val="64686C"/>
                </a:solidFill>
                <a:latin typeface="Noto Sans CJK SC"/>
                <a:ea typeface="Noto Sans CJK SC"/>
                <a:cs typeface="Noto Sans CJK SC"/>
              </a:defRPr>
            </a:lvl9pPr>
          </a:lstStyle>
          <a:p>
            <a:pPr algn="ctr">
              <a:defRPr sz="2100" b="0">
                <a:solidFill>
                  <a:srgbClr val="64686C"/>
                </a:solidFill>
                <a:latin typeface="Noto Sans CJK SC"/>
                <a:ea typeface="Noto Sans CJK SC"/>
                <a:cs typeface="Noto Sans CJK SC"/>
              </a:defRPr>
            </a:pPr>
            <a:r>
              <a:rPr sz="2100" b="0">
                <a:solidFill>
                  <a:srgbClr val="64686C"/>
                </a:solidFill>
                <a:latin typeface="Noto Sans CJK SC"/>
                <a:ea typeface="Noto Sans CJK SC"/>
                <a:cs typeface="Noto Sans CJK SC"/>
              </a:rPr>
              <a:t>物理与执行状态</a:t>
            </a:r>
          </a:p>
          <a:p>
            <a:pPr algn="ctr">
              <a:defRPr sz="2100" b="0">
                <a:solidFill>
                  <a:srgbClr val="64686C"/>
                </a:solidFill>
                <a:latin typeface="Noto Sans CJK SC"/>
                <a:ea typeface="Noto Sans CJK SC"/>
                <a:cs typeface="Noto Sans CJK SC"/>
              </a:defRPr>
            </a:pPr>
            <a:r>
              <a:rPr sz="2100" b="0">
                <a:solidFill>
                  <a:srgbClr val="64686C"/>
                </a:solidFill>
                <a:latin typeface="Noto Sans CJK SC"/>
                <a:ea typeface="Noto Sans CJK SC"/>
                <a:cs typeface="Noto Sans CJK SC"/>
              </a:rPr>
              <a:t>历史、记忆与缓存</a:t>
            </a:r>
          </a:p>
        </p:txBody>
      </p:sp>
      <p:sp>
        <p:nvSpPr>
          <p:cNvPr id="14" name="restore-validation">
            <a:extLst>
              <a:ext uri="{FF2B5EF4-FFF2-40B4-BE49-F238E27FC236}">
                <a16:creationId xmlns:a16="http://schemas.microsoft.com/office/drawing/2014/main" id="{72D9F508-D758-4B10-825C-4B30A0B2097B}"/>
              </a:ext>
            </a:extLst>
          </p:cNvPr>
          <p:cNvSpPr>
            <a:spLocks noGrp="1"/>
          </p:cNvSpPr>
          <p:nvPr/>
        </p:nvSpPr>
        <p:spPr>
          <a:xfrm>
            <a:off x="381000" y="7439025"/>
            <a:ext cx="3476625" cy="781050"/>
          </a:xfrm>
          <a:prstGeom prst="rect">
            <a:avLst/>
          </a:prstGeom>
          <a:noFill/>
          <a:ln w="0">
            <a:noFill/>
          </a:ln>
        </p:spPr>
        <p:txBody>
          <a:bodyPr wrap="none" lIns="0" tIns="0" rIns="0" bIns="0" anchor="ctr">
            <a:noAutofit/>
          </a:bodyPr>
          <a:lstStyle>
            <a:defPPr algn="ctr">
              <a:defRPr sz="2175" b="0">
                <a:solidFill>
                  <a:srgbClr val="64686C"/>
                </a:solidFill>
                <a:latin typeface="Noto Sans CJK SC"/>
                <a:ea typeface="Noto Sans CJK SC"/>
                <a:cs typeface="Noto Sans CJK SC"/>
              </a:defRPr>
            </a:defPPr>
            <a:lvl1pPr algn="ctr">
              <a:defRPr sz="2175" b="0">
                <a:solidFill>
                  <a:srgbClr val="64686C"/>
                </a:solidFill>
                <a:latin typeface="Noto Sans CJK SC"/>
                <a:ea typeface="Noto Sans CJK SC"/>
                <a:cs typeface="Noto Sans CJK SC"/>
              </a:defRPr>
            </a:lvl1pPr>
            <a:lvl2pPr algn="ctr">
              <a:defRPr sz="2175" b="0">
                <a:solidFill>
                  <a:srgbClr val="64686C"/>
                </a:solidFill>
                <a:latin typeface="Noto Sans CJK SC"/>
                <a:ea typeface="Noto Sans CJK SC"/>
                <a:cs typeface="Noto Sans CJK SC"/>
              </a:defRPr>
            </a:lvl2pPr>
            <a:lvl3pPr algn="ctr">
              <a:defRPr sz="2175" b="0">
                <a:solidFill>
                  <a:srgbClr val="64686C"/>
                </a:solidFill>
                <a:latin typeface="Noto Sans CJK SC"/>
                <a:ea typeface="Noto Sans CJK SC"/>
                <a:cs typeface="Noto Sans CJK SC"/>
              </a:defRPr>
            </a:lvl3pPr>
            <a:lvl4pPr algn="ctr">
              <a:defRPr sz="2175" b="0">
                <a:solidFill>
                  <a:srgbClr val="64686C"/>
                </a:solidFill>
                <a:latin typeface="Noto Sans CJK SC"/>
                <a:ea typeface="Noto Sans CJK SC"/>
                <a:cs typeface="Noto Sans CJK SC"/>
              </a:defRPr>
            </a:lvl4pPr>
            <a:lvl5pPr algn="ctr">
              <a:defRPr sz="2175" b="0">
                <a:solidFill>
                  <a:srgbClr val="64686C"/>
                </a:solidFill>
                <a:latin typeface="Noto Sans CJK SC"/>
                <a:ea typeface="Noto Sans CJK SC"/>
                <a:cs typeface="Noto Sans CJK SC"/>
              </a:defRPr>
            </a:lvl5pPr>
            <a:lvl6pPr algn="ctr">
              <a:defRPr sz="2175" b="0">
                <a:solidFill>
                  <a:srgbClr val="64686C"/>
                </a:solidFill>
                <a:latin typeface="Noto Sans CJK SC"/>
                <a:ea typeface="Noto Sans CJK SC"/>
                <a:cs typeface="Noto Sans CJK SC"/>
              </a:defRPr>
            </a:lvl6pPr>
            <a:lvl7pPr algn="ctr">
              <a:defRPr sz="2175" b="0">
                <a:solidFill>
                  <a:srgbClr val="64686C"/>
                </a:solidFill>
                <a:latin typeface="Noto Sans CJK SC"/>
                <a:ea typeface="Noto Sans CJK SC"/>
                <a:cs typeface="Noto Sans CJK SC"/>
              </a:defRPr>
            </a:lvl7pPr>
            <a:lvl8pPr algn="ctr">
              <a:defRPr sz="2175" b="0">
                <a:solidFill>
                  <a:srgbClr val="64686C"/>
                </a:solidFill>
                <a:latin typeface="Noto Sans CJK SC"/>
                <a:ea typeface="Noto Sans CJK SC"/>
                <a:cs typeface="Noto Sans CJK SC"/>
              </a:defRPr>
            </a:lvl8pPr>
            <a:lvl9pPr algn="ctr">
              <a:defRPr sz="2175" b="0">
                <a:solidFill>
                  <a:srgbClr val="64686C"/>
                </a:solidFill>
                <a:latin typeface="Noto Sans CJK SC"/>
                <a:ea typeface="Noto Sans CJK SC"/>
                <a:cs typeface="Noto Sans CJK SC"/>
              </a:defRPr>
            </a:lvl9pPr>
          </a:lstStyle>
          <a:p>
            <a:pPr algn="ctr">
              <a:defRPr sz="2175" b="0">
                <a:solidFill>
                  <a:srgbClr val="64686C"/>
                </a:solidFill>
                <a:latin typeface="Noto Sans CJK SC"/>
                <a:ea typeface="Noto Sans CJK SC"/>
                <a:cs typeface="Noto Sans CJK SC"/>
              </a:defRPr>
            </a:pPr>
            <a:r>
              <a:rPr sz="2175" b="0">
                <a:solidFill>
                  <a:srgbClr val="64686C"/>
                </a:solidFill>
                <a:latin typeface="Noto Sans CJK SC"/>
                <a:ea typeface="Noto Sans CJK SC"/>
                <a:cs typeface="Noto Sans CJK SC"/>
              </a:rPr>
              <a:t>同操作重复续跑</a:t>
            </a:r>
          </a:p>
          <a:p>
            <a:pPr algn="ctr">
              <a:defRPr sz="2175" b="0">
                <a:solidFill>
                  <a:srgbClr val="64686C"/>
                </a:solidFill>
                <a:latin typeface="Noto Sans CJK SC"/>
                <a:ea typeface="Noto Sans CJK SC"/>
                <a:cs typeface="Noto Sans CJK SC"/>
              </a:defRPr>
            </a:pPr>
            <a:r>
              <a:rPr sz="2175" b="0">
                <a:solidFill>
                  <a:srgbClr val="64686C"/>
                </a:solidFill>
                <a:latin typeface="Noto Sans CJK SC"/>
                <a:ea typeface="Noto Sans CJK SC"/>
                <a:cs typeface="Noto Sans CJK SC"/>
              </a:rPr>
              <a:t>先检验恢复噪声</a:t>
            </a:r>
          </a:p>
        </p:txBody>
      </p:sp>
      <p:sp>
        <p:nvSpPr>
          <p:cNvPr id="15" name="fixed-policy-title">
            <a:extLst>
              <a:ext uri="{FF2B5EF4-FFF2-40B4-BE49-F238E27FC236}">
                <a16:creationId xmlns:a16="http://schemas.microsoft.com/office/drawing/2014/main" id="{AE2A8FBE-0FAD-48AA-9D27-51E0EB900F0D}"/>
              </a:ext>
            </a:extLst>
          </p:cNvPr>
          <p:cNvSpPr>
            <a:spLocks noGrp="1"/>
          </p:cNvSpPr>
          <p:nvPr/>
        </p:nvSpPr>
        <p:spPr>
          <a:xfrm>
            <a:off x="4762500" y="1409700"/>
            <a:ext cx="5429250" cy="400050"/>
          </a:xfrm>
          <a:prstGeom prst="rect">
            <a:avLst/>
          </a:prstGeom>
          <a:noFill/>
          <a:ln w="0">
            <a:noFill/>
          </a:ln>
        </p:spPr>
        <p:txBody>
          <a:bodyPr wrap="none" lIns="0" tIns="0" rIns="0" bIns="0" anchor="ctr">
            <a:noAutofit/>
          </a:bodyPr>
          <a:lstStyle>
            <a:defPPr algn="ctr">
              <a:defRPr sz="2325" b="1">
                <a:solidFill>
                  <a:srgbClr val="222222"/>
                </a:solidFill>
                <a:latin typeface="Noto Sans CJK SC"/>
                <a:ea typeface="Noto Sans CJK SC"/>
                <a:cs typeface="Noto Sans CJK SC"/>
              </a:defRPr>
            </a:defPPr>
            <a:lvl1pPr algn="ctr">
              <a:defRPr sz="2325" b="1">
                <a:solidFill>
                  <a:srgbClr val="222222"/>
                </a:solidFill>
                <a:latin typeface="Noto Sans CJK SC"/>
                <a:ea typeface="Noto Sans CJK SC"/>
                <a:cs typeface="Noto Sans CJK SC"/>
              </a:defRPr>
            </a:lvl1pPr>
            <a:lvl2pPr algn="ctr">
              <a:defRPr sz="2325" b="1">
                <a:solidFill>
                  <a:srgbClr val="222222"/>
                </a:solidFill>
                <a:latin typeface="Noto Sans CJK SC"/>
                <a:ea typeface="Noto Sans CJK SC"/>
                <a:cs typeface="Noto Sans CJK SC"/>
              </a:defRPr>
            </a:lvl2pPr>
            <a:lvl3pPr algn="ctr">
              <a:defRPr sz="2325" b="1">
                <a:solidFill>
                  <a:srgbClr val="222222"/>
                </a:solidFill>
                <a:latin typeface="Noto Sans CJK SC"/>
                <a:ea typeface="Noto Sans CJK SC"/>
                <a:cs typeface="Noto Sans CJK SC"/>
              </a:defRPr>
            </a:lvl3pPr>
            <a:lvl4pPr algn="ctr">
              <a:defRPr sz="2325" b="1">
                <a:solidFill>
                  <a:srgbClr val="222222"/>
                </a:solidFill>
                <a:latin typeface="Noto Sans CJK SC"/>
                <a:ea typeface="Noto Sans CJK SC"/>
                <a:cs typeface="Noto Sans CJK SC"/>
              </a:defRPr>
            </a:lvl4pPr>
            <a:lvl5pPr algn="ctr">
              <a:defRPr sz="2325" b="1">
                <a:solidFill>
                  <a:srgbClr val="222222"/>
                </a:solidFill>
                <a:latin typeface="Noto Sans CJK SC"/>
                <a:ea typeface="Noto Sans CJK SC"/>
                <a:cs typeface="Noto Sans CJK SC"/>
              </a:defRPr>
            </a:lvl5pPr>
            <a:lvl6pPr algn="ctr">
              <a:defRPr sz="2325" b="1">
                <a:solidFill>
                  <a:srgbClr val="222222"/>
                </a:solidFill>
                <a:latin typeface="Noto Sans CJK SC"/>
                <a:ea typeface="Noto Sans CJK SC"/>
                <a:cs typeface="Noto Sans CJK SC"/>
              </a:defRPr>
            </a:lvl6pPr>
            <a:lvl7pPr algn="ctr">
              <a:defRPr sz="2325" b="1">
                <a:solidFill>
                  <a:srgbClr val="222222"/>
                </a:solidFill>
                <a:latin typeface="Noto Sans CJK SC"/>
                <a:ea typeface="Noto Sans CJK SC"/>
                <a:cs typeface="Noto Sans CJK SC"/>
              </a:defRPr>
            </a:lvl7pPr>
            <a:lvl8pPr algn="ctr">
              <a:defRPr sz="2325" b="1">
                <a:solidFill>
                  <a:srgbClr val="222222"/>
                </a:solidFill>
                <a:latin typeface="Noto Sans CJK SC"/>
                <a:ea typeface="Noto Sans CJK SC"/>
                <a:cs typeface="Noto Sans CJK SC"/>
              </a:defRPr>
            </a:lvl8pPr>
            <a:lvl9pPr algn="ctr">
              <a:defRPr sz="2325" b="1">
                <a:solidFill>
                  <a:srgbClr val="222222"/>
                </a:solidFill>
                <a:latin typeface="Noto Sans CJK SC"/>
                <a:ea typeface="Noto Sans CJK SC"/>
                <a:cs typeface="Noto Sans CJK SC"/>
              </a:defRPr>
            </a:lvl9pPr>
          </a:lstStyle>
          <a:p>
            <a:pPr algn="ctr">
              <a:defRPr sz="2325" b="1">
                <a:solidFill>
                  <a:srgbClr val="222222"/>
                </a:solidFill>
                <a:latin typeface="Noto Sans CJK SC"/>
                <a:ea typeface="Noto Sans CJK SC"/>
                <a:cs typeface="Noto Sans CJK SC"/>
              </a:defRPr>
            </a:pPr>
            <a:r>
              <a:rPr sz="2325" b="1">
                <a:solidFill>
                  <a:srgbClr val="222222"/>
                </a:solidFill>
                <a:latin typeface="Noto Sans CJK SC"/>
                <a:ea typeface="Noto Sans CJK SC"/>
                <a:cs typeface="Noto Sans CJK SC"/>
              </a:rPr>
              <a:t>固定后续参数 κᵣ</a:t>
            </a:r>
          </a:p>
        </p:txBody>
      </p:sp>
      <p:sp>
        <p:nvSpPr>
          <p:cNvPr id="16" name="vlm-back">
            <a:extLst>
              <a:ext uri="{FF2B5EF4-FFF2-40B4-BE49-F238E27FC236}">
                <a16:creationId xmlns:a16="http://schemas.microsoft.com/office/drawing/2014/main" id="{F692DE7B-89AB-4AC1-9644-5DC583C3A682}"/>
              </a:ext>
            </a:extLst>
          </p:cNvPr>
          <p:cNvSpPr>
            <a:spLocks noGrp="1"/>
          </p:cNvSpPr>
          <p:nvPr/>
        </p:nvSpPr>
        <p:spPr>
          <a:xfrm>
            <a:off x="4857750" y="2038350"/>
            <a:ext cx="2266950" cy="695325"/>
          </a:xfrm>
          <a:prstGeom prst="rect">
            <a:avLst/>
          </a:prstGeom>
          <a:solidFill>
            <a:srgbClr val="F4F8FB"/>
          </a:solidFill>
          <a:ln w="13335">
            <a:solidFill>
              <a:srgbClr val="9CB3C5"/>
            </a:solidFill>
            <a:prstDash val="solid"/>
          </a:ln>
        </p:spPr>
      </p:sp>
      <p:sp>
        <p:nvSpPr>
          <p:cNvPr id="17" name="vlm">
            <a:extLst>
              <a:ext uri="{FF2B5EF4-FFF2-40B4-BE49-F238E27FC236}">
                <a16:creationId xmlns:a16="http://schemas.microsoft.com/office/drawing/2014/main" id="{AE88DB49-C9D5-4FAC-814E-899B78F19A14}"/>
              </a:ext>
            </a:extLst>
          </p:cNvPr>
          <p:cNvSpPr>
            <a:spLocks noGrp="1"/>
          </p:cNvSpPr>
          <p:nvPr/>
        </p:nvSpPr>
        <p:spPr>
          <a:xfrm>
            <a:off x="4762500" y="2133600"/>
            <a:ext cx="2266950" cy="695325"/>
          </a:xfrm>
          <a:prstGeom prst="rect">
            <a:avLst/>
          </a:prstGeom>
          <a:solidFill>
            <a:srgbClr val="EAF1F6"/>
          </a:solidFill>
          <a:ln w="17145">
            <a:solidFill>
              <a:srgbClr val="315E80"/>
            </a:solidFill>
            <a:prstDash val="solid"/>
          </a:ln>
        </p:spPr>
      </p:sp>
      <p:sp>
        <p:nvSpPr>
          <p:cNvPr id="18" name="vlm-text">
            <a:extLst>
              <a:ext uri="{FF2B5EF4-FFF2-40B4-BE49-F238E27FC236}">
                <a16:creationId xmlns:a16="http://schemas.microsoft.com/office/drawing/2014/main" id="{1CEF6303-1274-4F8A-8EC5-70568C8ABD97}"/>
              </a:ext>
            </a:extLst>
          </p:cNvPr>
          <p:cNvSpPr>
            <a:spLocks noGrp="1"/>
          </p:cNvSpPr>
          <p:nvPr/>
        </p:nvSpPr>
        <p:spPr>
          <a:xfrm>
            <a:off x="4857750" y="2181225"/>
            <a:ext cx="2076450" cy="600075"/>
          </a:xfrm>
          <a:prstGeom prst="rect">
            <a:avLst/>
          </a:prstGeom>
          <a:noFill/>
          <a:ln w="0">
            <a:noFill/>
          </a:ln>
        </p:spPr>
        <p:txBody>
          <a:bodyPr wrap="none" lIns="0" tIns="0" rIns="0" bIns="0" anchor="ctr">
            <a:noAutofit/>
          </a:bodyPr>
          <a:lstStyle>
            <a:defPPr algn="ctr">
              <a:defRPr sz="2550" b="0">
                <a:solidFill>
                  <a:srgbClr val="222222"/>
                </a:solidFill>
                <a:latin typeface="Noto Sans CJK SC"/>
                <a:ea typeface="Noto Sans CJK SC"/>
                <a:cs typeface="Noto Sans CJK SC"/>
              </a:defRPr>
            </a:defPPr>
            <a:lvl1pPr algn="ctr">
              <a:defRPr sz="2550" b="0">
                <a:solidFill>
                  <a:srgbClr val="222222"/>
                </a:solidFill>
                <a:latin typeface="Noto Sans CJK SC"/>
                <a:ea typeface="Noto Sans CJK SC"/>
                <a:cs typeface="Noto Sans CJK SC"/>
              </a:defRPr>
            </a:lvl1pPr>
            <a:lvl2pPr algn="ctr">
              <a:defRPr sz="2550" b="0">
                <a:solidFill>
                  <a:srgbClr val="222222"/>
                </a:solidFill>
                <a:latin typeface="Noto Sans CJK SC"/>
                <a:ea typeface="Noto Sans CJK SC"/>
                <a:cs typeface="Noto Sans CJK SC"/>
              </a:defRPr>
            </a:lvl2pPr>
            <a:lvl3pPr algn="ctr">
              <a:defRPr sz="2550" b="0">
                <a:solidFill>
                  <a:srgbClr val="222222"/>
                </a:solidFill>
                <a:latin typeface="Noto Sans CJK SC"/>
                <a:ea typeface="Noto Sans CJK SC"/>
                <a:cs typeface="Noto Sans CJK SC"/>
              </a:defRPr>
            </a:lvl3pPr>
            <a:lvl4pPr algn="ctr">
              <a:defRPr sz="2550" b="0">
                <a:solidFill>
                  <a:srgbClr val="222222"/>
                </a:solidFill>
                <a:latin typeface="Noto Sans CJK SC"/>
                <a:ea typeface="Noto Sans CJK SC"/>
                <a:cs typeface="Noto Sans CJK SC"/>
              </a:defRPr>
            </a:lvl4pPr>
            <a:lvl5pPr algn="ctr">
              <a:defRPr sz="2550" b="0">
                <a:solidFill>
                  <a:srgbClr val="222222"/>
                </a:solidFill>
                <a:latin typeface="Noto Sans CJK SC"/>
                <a:ea typeface="Noto Sans CJK SC"/>
                <a:cs typeface="Noto Sans CJK SC"/>
              </a:defRPr>
            </a:lvl5pPr>
            <a:lvl6pPr algn="ctr">
              <a:defRPr sz="2550" b="0">
                <a:solidFill>
                  <a:srgbClr val="222222"/>
                </a:solidFill>
                <a:latin typeface="Noto Sans CJK SC"/>
                <a:ea typeface="Noto Sans CJK SC"/>
                <a:cs typeface="Noto Sans CJK SC"/>
              </a:defRPr>
            </a:lvl6pPr>
            <a:lvl7pPr algn="ctr">
              <a:defRPr sz="2550" b="0">
                <a:solidFill>
                  <a:srgbClr val="222222"/>
                </a:solidFill>
                <a:latin typeface="Noto Sans CJK SC"/>
                <a:ea typeface="Noto Sans CJK SC"/>
                <a:cs typeface="Noto Sans CJK SC"/>
              </a:defRPr>
            </a:lvl7pPr>
            <a:lvl8pPr algn="ctr">
              <a:defRPr sz="2550" b="0">
                <a:solidFill>
                  <a:srgbClr val="222222"/>
                </a:solidFill>
                <a:latin typeface="Noto Sans CJK SC"/>
                <a:ea typeface="Noto Sans CJK SC"/>
                <a:cs typeface="Noto Sans CJK SC"/>
              </a:defRPr>
            </a:lvl8pPr>
            <a:lvl9pPr algn="ctr">
              <a:defRPr sz="2550" b="0">
                <a:solidFill>
                  <a:srgbClr val="222222"/>
                </a:solidFill>
                <a:latin typeface="Noto Sans CJK SC"/>
                <a:ea typeface="Noto Sans CJK SC"/>
                <a:cs typeface="Noto Sans CJK SC"/>
              </a:defRPr>
            </a:lvl9pPr>
          </a:lstStyle>
          <a:p>
            <a:pPr algn="ctr">
              <a:defRPr sz="2550" b="0">
                <a:solidFill>
                  <a:srgbClr val="222222"/>
                </a:solidFill>
                <a:latin typeface="Noto Sans CJK SC"/>
                <a:ea typeface="Noto Sans CJK SC"/>
                <a:cs typeface="Noto Sans CJK SC"/>
              </a:defRPr>
            </a:pPr>
            <a:r>
              <a:rPr sz="2550" b="0">
                <a:solidFill>
                  <a:srgbClr val="222222"/>
                </a:solidFill>
                <a:latin typeface="Noto Sans CJK SC"/>
                <a:ea typeface="Noto Sans CJK SC"/>
                <a:cs typeface="Noto Sans CJK SC"/>
              </a:rPr>
              <a:t>VLM θ</a:t>
            </a:r>
          </a:p>
        </p:txBody>
      </p:sp>
      <p:sp>
        <p:nvSpPr>
          <p:cNvPr id="19" name="expert-back">
            <a:extLst>
              <a:ext uri="{FF2B5EF4-FFF2-40B4-BE49-F238E27FC236}">
                <a16:creationId xmlns:a16="http://schemas.microsoft.com/office/drawing/2014/main" id="{9E194B8D-EB0D-4E2E-9113-9A224967A3D3}"/>
              </a:ext>
            </a:extLst>
          </p:cNvPr>
          <p:cNvSpPr>
            <a:spLocks noGrp="1"/>
          </p:cNvSpPr>
          <p:nvPr/>
        </p:nvSpPr>
        <p:spPr>
          <a:xfrm>
            <a:off x="8020050" y="2038350"/>
            <a:ext cx="2266950" cy="695325"/>
          </a:xfrm>
          <a:prstGeom prst="rect">
            <a:avLst/>
          </a:prstGeom>
          <a:solidFill>
            <a:srgbClr val="F4F8FB"/>
          </a:solidFill>
          <a:ln w="13335">
            <a:solidFill>
              <a:srgbClr val="9CB3C5"/>
            </a:solidFill>
            <a:prstDash val="solid"/>
          </a:ln>
        </p:spPr>
      </p:sp>
      <p:sp>
        <p:nvSpPr>
          <p:cNvPr id="20" name="expert">
            <a:extLst>
              <a:ext uri="{FF2B5EF4-FFF2-40B4-BE49-F238E27FC236}">
                <a16:creationId xmlns:a16="http://schemas.microsoft.com/office/drawing/2014/main" id="{5B208FA7-9E9D-4FF1-958E-ED240AADD096}"/>
              </a:ext>
            </a:extLst>
          </p:cNvPr>
          <p:cNvSpPr>
            <a:spLocks noGrp="1"/>
          </p:cNvSpPr>
          <p:nvPr/>
        </p:nvSpPr>
        <p:spPr>
          <a:xfrm>
            <a:off x="7924800" y="2133600"/>
            <a:ext cx="2266950" cy="695325"/>
          </a:xfrm>
          <a:prstGeom prst="rect">
            <a:avLst/>
          </a:prstGeom>
          <a:solidFill>
            <a:srgbClr val="EAF1F6"/>
          </a:solidFill>
          <a:ln w="17145">
            <a:solidFill>
              <a:srgbClr val="315E80"/>
            </a:solidFill>
            <a:prstDash val="solid"/>
          </a:ln>
        </p:spPr>
      </p:sp>
      <p:sp>
        <p:nvSpPr>
          <p:cNvPr id="21" name="expert-text">
            <a:extLst>
              <a:ext uri="{FF2B5EF4-FFF2-40B4-BE49-F238E27FC236}">
                <a16:creationId xmlns:a16="http://schemas.microsoft.com/office/drawing/2014/main" id="{7247C972-D898-466A-8312-B3644487B0C7}"/>
              </a:ext>
            </a:extLst>
          </p:cNvPr>
          <p:cNvSpPr>
            <a:spLocks noGrp="1"/>
          </p:cNvSpPr>
          <p:nvPr/>
        </p:nvSpPr>
        <p:spPr>
          <a:xfrm>
            <a:off x="8020050" y="2181225"/>
            <a:ext cx="2076450" cy="600075"/>
          </a:xfrm>
          <a:prstGeom prst="rect">
            <a:avLst/>
          </a:prstGeom>
          <a:noFill/>
          <a:ln w="0">
            <a:noFill/>
          </a:ln>
        </p:spPr>
        <p:txBody>
          <a:bodyPr wrap="none" lIns="0" tIns="0" rIns="0" bIns="0" anchor="ctr">
            <a:noAutofit/>
          </a:bodyPr>
          <a:lstStyle>
            <a:defPPr algn="ctr">
              <a:defRPr sz="2400" b="0">
                <a:solidFill>
                  <a:srgbClr val="222222"/>
                </a:solidFill>
                <a:latin typeface="Noto Sans CJK SC"/>
                <a:ea typeface="Noto Sans CJK SC"/>
                <a:cs typeface="Noto Sans CJK SC"/>
              </a:defRPr>
            </a:defPPr>
            <a:lvl1pPr algn="ctr">
              <a:defRPr sz="2400" b="0">
                <a:solidFill>
                  <a:srgbClr val="222222"/>
                </a:solidFill>
                <a:latin typeface="Noto Sans CJK SC"/>
                <a:ea typeface="Noto Sans CJK SC"/>
                <a:cs typeface="Noto Sans CJK SC"/>
              </a:defRPr>
            </a:lvl1pPr>
            <a:lvl2pPr algn="ctr">
              <a:defRPr sz="2400" b="0">
                <a:solidFill>
                  <a:srgbClr val="222222"/>
                </a:solidFill>
                <a:latin typeface="Noto Sans CJK SC"/>
                <a:ea typeface="Noto Sans CJK SC"/>
                <a:cs typeface="Noto Sans CJK SC"/>
              </a:defRPr>
            </a:lvl2pPr>
            <a:lvl3pPr algn="ctr">
              <a:defRPr sz="2400" b="0">
                <a:solidFill>
                  <a:srgbClr val="222222"/>
                </a:solidFill>
                <a:latin typeface="Noto Sans CJK SC"/>
                <a:ea typeface="Noto Sans CJK SC"/>
                <a:cs typeface="Noto Sans CJK SC"/>
              </a:defRPr>
            </a:lvl3pPr>
            <a:lvl4pPr algn="ctr">
              <a:defRPr sz="2400" b="0">
                <a:solidFill>
                  <a:srgbClr val="222222"/>
                </a:solidFill>
                <a:latin typeface="Noto Sans CJK SC"/>
                <a:ea typeface="Noto Sans CJK SC"/>
                <a:cs typeface="Noto Sans CJK SC"/>
              </a:defRPr>
            </a:lvl4pPr>
            <a:lvl5pPr algn="ctr">
              <a:defRPr sz="2400" b="0">
                <a:solidFill>
                  <a:srgbClr val="222222"/>
                </a:solidFill>
                <a:latin typeface="Noto Sans CJK SC"/>
                <a:ea typeface="Noto Sans CJK SC"/>
                <a:cs typeface="Noto Sans CJK SC"/>
              </a:defRPr>
            </a:lvl5pPr>
            <a:lvl6pPr algn="ctr">
              <a:defRPr sz="2400" b="0">
                <a:solidFill>
                  <a:srgbClr val="222222"/>
                </a:solidFill>
                <a:latin typeface="Noto Sans CJK SC"/>
                <a:ea typeface="Noto Sans CJK SC"/>
                <a:cs typeface="Noto Sans CJK SC"/>
              </a:defRPr>
            </a:lvl6pPr>
            <a:lvl7pPr algn="ctr">
              <a:defRPr sz="2400" b="0">
                <a:solidFill>
                  <a:srgbClr val="222222"/>
                </a:solidFill>
                <a:latin typeface="Noto Sans CJK SC"/>
                <a:ea typeface="Noto Sans CJK SC"/>
                <a:cs typeface="Noto Sans CJK SC"/>
              </a:defRPr>
            </a:lvl7pPr>
            <a:lvl8pPr algn="ctr">
              <a:defRPr sz="2400" b="0">
                <a:solidFill>
                  <a:srgbClr val="222222"/>
                </a:solidFill>
                <a:latin typeface="Noto Sans CJK SC"/>
                <a:ea typeface="Noto Sans CJK SC"/>
                <a:cs typeface="Noto Sans CJK SC"/>
              </a:defRPr>
            </a:lvl8pPr>
            <a:lvl9pPr algn="ctr">
              <a:defRPr sz="2400" b="0">
                <a:solidFill>
                  <a:srgbClr val="222222"/>
                </a:solidFill>
                <a:latin typeface="Noto Sans CJK SC"/>
                <a:ea typeface="Noto Sans CJK SC"/>
                <a:cs typeface="Noto Sans CJK SC"/>
              </a:defRPr>
            </a:lvl9pPr>
          </a:lstStyle>
          <a:p>
            <a:pPr algn="ctr">
              <a:defRPr sz="2400" b="0">
                <a:solidFill>
                  <a:srgbClr val="222222"/>
                </a:solidFill>
                <a:latin typeface="Noto Sans CJK SC"/>
                <a:ea typeface="Noto Sans CJK SC"/>
                <a:cs typeface="Noto Sans CJK SC"/>
              </a:defRPr>
            </a:pPr>
            <a:r>
              <a:rPr sz="2400" b="0">
                <a:solidFill>
                  <a:srgbClr val="222222"/>
                </a:solidFill>
                <a:latin typeface="Noto Sans CJK SC"/>
                <a:ea typeface="Noto Sans CJK SC"/>
                <a:cs typeface="Noto Sans CJK SC"/>
              </a:rPr>
              <a:t>动作专家 φ</a:t>
            </a:r>
          </a:p>
        </p:txBody>
      </p:sp>
      <p:cxnSp>
        <p:nvCxnSpPr>
          <p:cNvPr id="22" name="vlm-to-expert">
            <a:extLst>
              <a:ext uri="{FF2B5EF4-FFF2-40B4-BE49-F238E27FC236}">
                <a16:creationId xmlns:a16="http://schemas.microsoft.com/office/drawing/2014/main" id="{A2E89034-54BA-4834-B4AC-0BDEE21485F7}"/>
              </a:ext>
            </a:extLst>
          </p:cNvPr>
          <p:cNvCxnSpPr/>
          <p:nvPr/>
        </p:nvCxnSpPr>
        <p:spPr>
          <a:xfrm flipH="0" flipV="0">
            <a:off x="7029450" y="2486025"/>
            <a:ext cx="895350" cy="0"/>
          </a:xfrm>
          <a:prstGeom prst="straightConnector1">
            <a:avLst/>
          </a:prstGeom>
          <a:ln w="20955">
            <a:solidFill>
              <a:srgbClr val="315E80"/>
            </a:solidFill>
            <a:prstDash val="solid"/>
            <a:tailEnd type="triangle" w="med" len="med"/>
          </a:ln>
        </p:spPr>
      </p:cxnSp>
      <p:sp>
        <p:nvSpPr>
          <p:cNvPr id="23" name="same-info-budget">
            <a:extLst>
              <a:ext uri="{FF2B5EF4-FFF2-40B4-BE49-F238E27FC236}">
                <a16:creationId xmlns:a16="http://schemas.microsoft.com/office/drawing/2014/main" id="{0A51ACF2-5F78-4339-8890-BA473C7C4EBC}"/>
              </a:ext>
            </a:extLst>
          </p:cNvPr>
          <p:cNvSpPr>
            <a:spLocks noGrp="1"/>
          </p:cNvSpPr>
          <p:nvPr/>
        </p:nvSpPr>
        <p:spPr>
          <a:xfrm>
            <a:off x="4762500" y="3000375"/>
            <a:ext cx="5429250" cy="361950"/>
          </a:xfrm>
          <a:prstGeom prst="rect">
            <a:avLst/>
          </a:prstGeom>
          <a:noFill/>
          <a:ln w="0">
            <a:noFill/>
          </a:ln>
        </p:spPr>
        <p:txBody>
          <a:bodyPr wrap="none" lIns="0" tIns="0" rIns="0" bIns="0" anchor="ctr">
            <a:noAutofit/>
          </a:bodyPr>
          <a:lstStyle>
            <a:defPPr algn="ctr">
              <a:defRPr sz="2025" b="0">
                <a:solidFill>
                  <a:srgbClr val="64686C"/>
                </a:solidFill>
                <a:latin typeface="Noto Sans CJK SC"/>
                <a:ea typeface="Noto Sans CJK SC"/>
                <a:cs typeface="Noto Sans CJK SC"/>
              </a:defRPr>
            </a:defPPr>
            <a:lvl1pPr algn="ctr">
              <a:defRPr sz="2025" b="0">
                <a:solidFill>
                  <a:srgbClr val="64686C"/>
                </a:solidFill>
                <a:latin typeface="Noto Sans CJK SC"/>
                <a:ea typeface="Noto Sans CJK SC"/>
                <a:cs typeface="Noto Sans CJK SC"/>
              </a:defRPr>
            </a:lvl1pPr>
            <a:lvl2pPr algn="ctr">
              <a:defRPr sz="2025" b="0">
                <a:solidFill>
                  <a:srgbClr val="64686C"/>
                </a:solidFill>
                <a:latin typeface="Noto Sans CJK SC"/>
                <a:ea typeface="Noto Sans CJK SC"/>
                <a:cs typeface="Noto Sans CJK SC"/>
              </a:defRPr>
            </a:lvl2pPr>
            <a:lvl3pPr algn="ctr">
              <a:defRPr sz="2025" b="0">
                <a:solidFill>
                  <a:srgbClr val="64686C"/>
                </a:solidFill>
                <a:latin typeface="Noto Sans CJK SC"/>
                <a:ea typeface="Noto Sans CJK SC"/>
                <a:cs typeface="Noto Sans CJK SC"/>
              </a:defRPr>
            </a:lvl3pPr>
            <a:lvl4pPr algn="ctr">
              <a:defRPr sz="2025" b="0">
                <a:solidFill>
                  <a:srgbClr val="64686C"/>
                </a:solidFill>
                <a:latin typeface="Noto Sans CJK SC"/>
                <a:ea typeface="Noto Sans CJK SC"/>
                <a:cs typeface="Noto Sans CJK SC"/>
              </a:defRPr>
            </a:lvl4pPr>
            <a:lvl5pPr algn="ctr">
              <a:defRPr sz="2025" b="0">
                <a:solidFill>
                  <a:srgbClr val="64686C"/>
                </a:solidFill>
                <a:latin typeface="Noto Sans CJK SC"/>
                <a:ea typeface="Noto Sans CJK SC"/>
                <a:cs typeface="Noto Sans CJK SC"/>
              </a:defRPr>
            </a:lvl5pPr>
            <a:lvl6pPr algn="ctr">
              <a:defRPr sz="2025" b="0">
                <a:solidFill>
                  <a:srgbClr val="64686C"/>
                </a:solidFill>
                <a:latin typeface="Noto Sans CJK SC"/>
                <a:ea typeface="Noto Sans CJK SC"/>
                <a:cs typeface="Noto Sans CJK SC"/>
              </a:defRPr>
            </a:lvl6pPr>
            <a:lvl7pPr algn="ctr">
              <a:defRPr sz="2025" b="0">
                <a:solidFill>
                  <a:srgbClr val="64686C"/>
                </a:solidFill>
                <a:latin typeface="Noto Sans CJK SC"/>
                <a:ea typeface="Noto Sans CJK SC"/>
                <a:cs typeface="Noto Sans CJK SC"/>
              </a:defRPr>
            </a:lvl7pPr>
            <a:lvl8pPr algn="ctr">
              <a:defRPr sz="2025" b="0">
                <a:solidFill>
                  <a:srgbClr val="64686C"/>
                </a:solidFill>
                <a:latin typeface="Noto Sans CJK SC"/>
                <a:ea typeface="Noto Sans CJK SC"/>
                <a:cs typeface="Noto Sans CJK SC"/>
              </a:defRPr>
            </a:lvl8pPr>
            <a:lvl9pPr algn="ctr">
              <a:defRPr sz="2025" b="0">
                <a:solidFill>
                  <a:srgbClr val="64686C"/>
                </a:solidFill>
                <a:latin typeface="Noto Sans CJK SC"/>
                <a:ea typeface="Noto Sans CJK SC"/>
                <a:cs typeface="Noto Sans CJK SC"/>
              </a:defRPr>
            </a:lvl9pPr>
          </a:lstStyle>
          <a:p>
            <a:pPr algn="ctr">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同一初始记忆与信息预算</a:t>
            </a:r>
          </a:p>
        </p:txBody>
      </p:sp>
      <p:cxnSp>
        <p:nvCxnSpPr>
          <p:cNvPr id="24" name="state-to-fork">
            <a:extLst>
              <a:ext uri="{FF2B5EF4-FFF2-40B4-BE49-F238E27FC236}">
                <a16:creationId xmlns:a16="http://schemas.microsoft.com/office/drawing/2014/main" id="{ACC756B3-7646-4158-B89B-48149759D00A}"/>
              </a:ext>
            </a:extLst>
          </p:cNvPr>
          <p:cNvCxnSpPr/>
          <p:nvPr/>
        </p:nvCxnSpPr>
        <p:spPr>
          <a:xfrm flipH="0" flipV="0">
            <a:off x="3857625" y="6162675"/>
            <a:ext cx="476250" cy="0"/>
          </a:xfrm>
          <a:prstGeom prst="straightConnector1">
            <a:avLst/>
          </a:prstGeom>
          <a:ln w="20955">
            <a:solidFill>
              <a:srgbClr val="64686C"/>
            </a:solidFill>
            <a:prstDash val="solid"/>
            <a:tailEnd type="none" w="med" len="med"/>
          </a:ln>
        </p:spPr>
      </p:cxnSp>
      <p:cxnSp>
        <p:nvCxnSpPr>
          <p:cNvPr id="25" name="fork-vertical">
            <a:extLst>
              <a:ext uri="{FF2B5EF4-FFF2-40B4-BE49-F238E27FC236}">
                <a16:creationId xmlns:a16="http://schemas.microsoft.com/office/drawing/2014/main" id="{55F0F8F2-5A45-489C-B5B8-C37E146701AA}"/>
              </a:ext>
            </a:extLst>
          </p:cNvPr>
          <p:cNvCxnSpPr/>
          <p:nvPr/>
        </p:nvCxnSpPr>
        <p:spPr>
          <a:xfrm flipH="0" flipV="0">
            <a:off x="4333875" y="4333875"/>
            <a:ext cx="0" cy="3143250"/>
          </a:xfrm>
          <a:prstGeom prst="straightConnector1">
            <a:avLst/>
          </a:prstGeom>
          <a:ln w="20955">
            <a:solidFill>
              <a:srgbClr val="64686C"/>
            </a:solidFill>
            <a:prstDash val="solid"/>
            <a:tailEnd type="none" w="med" len="med"/>
          </a:ln>
        </p:spPr>
      </p:cxnSp>
      <p:cxnSp>
        <p:nvCxnSpPr>
          <p:cNvPr id="26" name="fork-candidate">
            <a:extLst>
              <a:ext uri="{FF2B5EF4-FFF2-40B4-BE49-F238E27FC236}">
                <a16:creationId xmlns:a16="http://schemas.microsoft.com/office/drawing/2014/main" id="{330319F0-25D0-4BD1-8611-95F955B36681}"/>
              </a:ext>
            </a:extLst>
          </p:cNvPr>
          <p:cNvCxnSpPr/>
          <p:nvPr/>
        </p:nvCxnSpPr>
        <p:spPr>
          <a:xfrm flipH="0" flipV="0">
            <a:off x="4333875" y="4333875"/>
            <a:ext cx="428625" cy="0"/>
          </a:xfrm>
          <a:prstGeom prst="straightConnector1">
            <a:avLst/>
          </a:prstGeom>
          <a:ln w="20955">
            <a:solidFill>
              <a:srgbClr val="64686C"/>
            </a:solidFill>
            <a:prstDash val="solid"/>
            <a:tailEnd type="triangle" w="med" len="med"/>
          </a:ln>
        </p:spPr>
      </p:cxnSp>
      <p:cxnSp>
        <p:nvCxnSpPr>
          <p:cNvPr id="27" name="fork-reference">
            <a:extLst>
              <a:ext uri="{FF2B5EF4-FFF2-40B4-BE49-F238E27FC236}">
                <a16:creationId xmlns:a16="http://schemas.microsoft.com/office/drawing/2014/main" id="{A9E1E85F-870B-4385-A36A-81A927E18C2B}"/>
              </a:ext>
            </a:extLst>
          </p:cNvPr>
          <p:cNvCxnSpPr/>
          <p:nvPr/>
        </p:nvCxnSpPr>
        <p:spPr>
          <a:xfrm flipH="0" flipV="0">
            <a:off x="4333875" y="7477125"/>
            <a:ext cx="428625" cy="0"/>
          </a:xfrm>
          <a:prstGeom prst="straightConnector1">
            <a:avLst/>
          </a:prstGeom>
          <a:ln w="20955">
            <a:solidFill>
              <a:srgbClr val="64686C"/>
            </a:solidFill>
            <a:prstDash val="solid"/>
            <a:tailEnd type="triangle" w="med" len="med"/>
          </a:ln>
        </p:spPr>
      </p:cxnSp>
      <p:sp>
        <p:nvSpPr>
          <p:cNvPr id="28" name="candidate-operation">
            <a:extLst>
              <a:ext uri="{FF2B5EF4-FFF2-40B4-BE49-F238E27FC236}">
                <a16:creationId xmlns:a16="http://schemas.microsoft.com/office/drawing/2014/main" id="{E7AF102D-3289-4CE2-8975-8B18DAC63788}"/>
              </a:ext>
            </a:extLst>
          </p:cNvPr>
          <p:cNvSpPr>
            <a:spLocks noGrp="1"/>
          </p:cNvSpPr>
          <p:nvPr/>
        </p:nvSpPr>
        <p:spPr>
          <a:xfrm>
            <a:off x="4762500" y="3952875"/>
            <a:ext cx="2095500" cy="762000"/>
          </a:xfrm>
          <a:prstGeom prst="rect">
            <a:avLst/>
          </a:prstGeom>
          <a:solidFill>
            <a:srgbClr val="EEF4F0"/>
          </a:solidFill>
          <a:ln w="17145">
            <a:solidFill>
              <a:srgbClr val="427568"/>
            </a:solidFill>
            <a:prstDash val="solid"/>
          </a:ln>
        </p:spPr>
      </p:sp>
      <p:sp>
        <p:nvSpPr>
          <p:cNvPr id="29" name="candidate-operation-text">
            <a:extLst>
              <a:ext uri="{FF2B5EF4-FFF2-40B4-BE49-F238E27FC236}">
                <a16:creationId xmlns:a16="http://schemas.microsoft.com/office/drawing/2014/main" id="{08E5B2F9-8486-4BF9-9433-2FDE92C2C06D}"/>
              </a:ext>
            </a:extLst>
          </p:cNvPr>
          <p:cNvSpPr>
            <a:spLocks noGrp="1"/>
          </p:cNvSpPr>
          <p:nvPr/>
        </p:nvSpPr>
        <p:spPr>
          <a:xfrm>
            <a:off x="4857750" y="4000500"/>
            <a:ext cx="1905000" cy="66675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候选读写 u</a:t>
            </a:r>
          </a:p>
        </p:txBody>
      </p:sp>
      <p:sp>
        <p:nvSpPr>
          <p:cNvPr id="30" name="candidate-syntax">
            <a:extLst>
              <a:ext uri="{FF2B5EF4-FFF2-40B4-BE49-F238E27FC236}">
                <a16:creationId xmlns:a16="http://schemas.microsoft.com/office/drawing/2014/main" id="{0FE657DD-795C-430C-ADE3-FE9A9828BAD1}"/>
              </a:ext>
            </a:extLst>
          </p:cNvPr>
          <p:cNvSpPr>
            <a:spLocks noGrp="1"/>
          </p:cNvSpPr>
          <p:nvPr/>
        </p:nvSpPr>
        <p:spPr>
          <a:xfrm>
            <a:off x="4762500" y="4838700"/>
            <a:ext cx="2095500" cy="352425"/>
          </a:xfrm>
          <a:prstGeom prst="rect">
            <a:avLst/>
          </a:prstGeom>
          <a:noFill/>
          <a:ln w="0">
            <a:noFill/>
          </a:ln>
        </p:spPr>
        <p:txBody>
          <a:bodyPr wrap="none" lIns="0" tIns="0" rIns="0" bIns="0" anchor="ctr">
            <a:noAutofit/>
          </a:bodyPr>
          <a:lstStyle>
            <a:defPPr algn="ctr">
              <a:defRPr sz="2025" b="0">
                <a:solidFill>
                  <a:srgbClr val="427568"/>
                </a:solidFill>
                <a:latin typeface="Noto Sans CJK SC"/>
                <a:ea typeface="Noto Sans CJK SC"/>
                <a:cs typeface="Noto Sans CJK SC"/>
              </a:defRPr>
            </a:defPPr>
            <a:lvl1pPr algn="ctr">
              <a:defRPr sz="2025" b="0">
                <a:solidFill>
                  <a:srgbClr val="427568"/>
                </a:solidFill>
                <a:latin typeface="Noto Sans CJK SC"/>
                <a:ea typeface="Noto Sans CJK SC"/>
                <a:cs typeface="Noto Sans CJK SC"/>
              </a:defRPr>
            </a:lvl1pPr>
            <a:lvl2pPr algn="ctr">
              <a:defRPr sz="2025" b="0">
                <a:solidFill>
                  <a:srgbClr val="427568"/>
                </a:solidFill>
                <a:latin typeface="Noto Sans CJK SC"/>
                <a:ea typeface="Noto Sans CJK SC"/>
                <a:cs typeface="Noto Sans CJK SC"/>
              </a:defRPr>
            </a:lvl2pPr>
            <a:lvl3pPr algn="ctr">
              <a:defRPr sz="2025" b="0">
                <a:solidFill>
                  <a:srgbClr val="427568"/>
                </a:solidFill>
                <a:latin typeface="Noto Sans CJK SC"/>
                <a:ea typeface="Noto Sans CJK SC"/>
                <a:cs typeface="Noto Sans CJK SC"/>
              </a:defRPr>
            </a:lvl3pPr>
            <a:lvl4pPr algn="ctr">
              <a:defRPr sz="2025" b="0">
                <a:solidFill>
                  <a:srgbClr val="427568"/>
                </a:solidFill>
                <a:latin typeface="Noto Sans CJK SC"/>
                <a:ea typeface="Noto Sans CJK SC"/>
                <a:cs typeface="Noto Sans CJK SC"/>
              </a:defRPr>
            </a:lvl4pPr>
            <a:lvl5pPr algn="ctr">
              <a:defRPr sz="2025" b="0">
                <a:solidFill>
                  <a:srgbClr val="427568"/>
                </a:solidFill>
                <a:latin typeface="Noto Sans CJK SC"/>
                <a:ea typeface="Noto Sans CJK SC"/>
                <a:cs typeface="Noto Sans CJK SC"/>
              </a:defRPr>
            </a:lvl5pPr>
            <a:lvl6pPr algn="ctr">
              <a:defRPr sz="2025" b="0">
                <a:solidFill>
                  <a:srgbClr val="427568"/>
                </a:solidFill>
                <a:latin typeface="Noto Sans CJK SC"/>
                <a:ea typeface="Noto Sans CJK SC"/>
                <a:cs typeface="Noto Sans CJK SC"/>
              </a:defRPr>
            </a:lvl6pPr>
            <a:lvl7pPr algn="ctr">
              <a:defRPr sz="2025" b="0">
                <a:solidFill>
                  <a:srgbClr val="427568"/>
                </a:solidFill>
                <a:latin typeface="Noto Sans CJK SC"/>
                <a:ea typeface="Noto Sans CJK SC"/>
                <a:cs typeface="Noto Sans CJK SC"/>
              </a:defRPr>
            </a:lvl7pPr>
            <a:lvl8pPr algn="ctr">
              <a:defRPr sz="2025" b="0">
                <a:solidFill>
                  <a:srgbClr val="427568"/>
                </a:solidFill>
                <a:latin typeface="Noto Sans CJK SC"/>
                <a:ea typeface="Noto Sans CJK SC"/>
                <a:cs typeface="Noto Sans CJK SC"/>
              </a:defRPr>
            </a:lvl8pPr>
            <a:lvl9pPr algn="ctr">
              <a:defRPr sz="2025" b="0">
                <a:solidFill>
                  <a:srgbClr val="427568"/>
                </a:solidFill>
                <a:latin typeface="Noto Sans CJK SC"/>
                <a:ea typeface="Noto Sans CJK SC"/>
                <a:cs typeface="Noto Sans CJK SC"/>
              </a:defRPr>
            </a:lvl9pPr>
          </a:lstStyle>
          <a:p>
            <a:pPr algn="ctr">
              <a:defRPr sz="2025" b="0">
                <a:solidFill>
                  <a:srgbClr val="427568"/>
                </a:solidFill>
                <a:latin typeface="Noto Sans CJK SC"/>
                <a:ea typeface="Noto Sans CJK SC"/>
                <a:cs typeface="Noto Sans CJK SC"/>
              </a:defRPr>
            </a:pPr>
            <a:r>
              <a:rPr sz="2025" b="0">
                <a:solidFill>
                  <a:srgbClr val="427568"/>
                </a:solidFill>
                <a:latin typeface="Noto Sans CJK SC"/>
                <a:ea typeface="Noto Sans CJK SC"/>
                <a:cs typeface="Noto Sans CJK SC"/>
              </a:rPr>
              <a:t>READ / WRITE</a:t>
            </a:r>
          </a:p>
        </p:txBody>
      </p:sp>
      <p:sp>
        <p:nvSpPr>
          <p:cNvPr id="31" name="reference-operation">
            <a:extLst>
              <a:ext uri="{FF2B5EF4-FFF2-40B4-BE49-F238E27FC236}">
                <a16:creationId xmlns:a16="http://schemas.microsoft.com/office/drawing/2014/main" id="{72A44774-313E-42D7-8E05-45319B43FC77}"/>
              </a:ext>
            </a:extLst>
          </p:cNvPr>
          <p:cNvSpPr>
            <a:spLocks noGrp="1"/>
          </p:cNvSpPr>
          <p:nvPr/>
        </p:nvSpPr>
        <p:spPr>
          <a:xfrm>
            <a:off x="4762500" y="7096125"/>
            <a:ext cx="2095500" cy="762000"/>
          </a:xfrm>
          <a:prstGeom prst="rect">
            <a:avLst/>
          </a:prstGeom>
          <a:solidFill>
            <a:srgbClr val="FAF0E7"/>
          </a:solidFill>
          <a:ln w="17145">
            <a:solidFill>
              <a:srgbClr val="AC6A37"/>
            </a:solidFill>
            <a:prstDash val="solid"/>
          </a:ln>
        </p:spPr>
      </p:sp>
      <p:sp>
        <p:nvSpPr>
          <p:cNvPr id="32" name="reference-operation-text">
            <a:extLst>
              <a:ext uri="{FF2B5EF4-FFF2-40B4-BE49-F238E27FC236}">
                <a16:creationId xmlns:a16="http://schemas.microsoft.com/office/drawing/2014/main" id="{4DAC251C-E5DB-4F9C-A7D2-02C992331351}"/>
              </a:ext>
            </a:extLst>
          </p:cNvPr>
          <p:cNvSpPr>
            <a:spLocks noGrp="1"/>
          </p:cNvSpPr>
          <p:nvPr/>
        </p:nvSpPr>
        <p:spPr>
          <a:xfrm>
            <a:off x="4857750" y="7143750"/>
            <a:ext cx="1905000" cy="66675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参考读写 u₀</a:t>
            </a:r>
          </a:p>
        </p:txBody>
      </p:sp>
      <p:sp>
        <p:nvSpPr>
          <p:cNvPr id="33" name="reference-syntax">
            <a:extLst>
              <a:ext uri="{FF2B5EF4-FFF2-40B4-BE49-F238E27FC236}">
                <a16:creationId xmlns:a16="http://schemas.microsoft.com/office/drawing/2014/main" id="{48C26F63-6B54-4341-BB6E-9BCCF5164057}"/>
              </a:ext>
            </a:extLst>
          </p:cNvPr>
          <p:cNvSpPr>
            <a:spLocks noGrp="1"/>
          </p:cNvSpPr>
          <p:nvPr/>
        </p:nvSpPr>
        <p:spPr>
          <a:xfrm>
            <a:off x="4762500" y="7981950"/>
            <a:ext cx="2095500" cy="352425"/>
          </a:xfrm>
          <a:prstGeom prst="rect">
            <a:avLst/>
          </a:prstGeom>
          <a:noFill/>
          <a:ln w="0">
            <a:noFill/>
          </a:ln>
        </p:spPr>
        <p:txBody>
          <a:bodyPr wrap="none" lIns="0" tIns="0" rIns="0" bIns="0" anchor="ctr">
            <a:noAutofit/>
          </a:bodyPr>
          <a:lstStyle>
            <a:defPPr algn="ctr">
              <a:defRPr sz="1950" b="0">
                <a:solidFill>
                  <a:srgbClr val="AC6A37"/>
                </a:solidFill>
                <a:latin typeface="Noto Sans CJK SC"/>
                <a:ea typeface="Noto Sans CJK SC"/>
                <a:cs typeface="Noto Sans CJK SC"/>
              </a:defRPr>
            </a:defPPr>
            <a:lvl1pPr algn="ctr">
              <a:defRPr sz="1950" b="0">
                <a:solidFill>
                  <a:srgbClr val="AC6A37"/>
                </a:solidFill>
                <a:latin typeface="Noto Sans CJK SC"/>
                <a:ea typeface="Noto Sans CJK SC"/>
                <a:cs typeface="Noto Sans CJK SC"/>
              </a:defRPr>
            </a:lvl1pPr>
            <a:lvl2pPr algn="ctr">
              <a:defRPr sz="1950" b="0">
                <a:solidFill>
                  <a:srgbClr val="AC6A37"/>
                </a:solidFill>
                <a:latin typeface="Noto Sans CJK SC"/>
                <a:ea typeface="Noto Sans CJK SC"/>
                <a:cs typeface="Noto Sans CJK SC"/>
              </a:defRPr>
            </a:lvl2pPr>
            <a:lvl3pPr algn="ctr">
              <a:defRPr sz="1950" b="0">
                <a:solidFill>
                  <a:srgbClr val="AC6A37"/>
                </a:solidFill>
                <a:latin typeface="Noto Sans CJK SC"/>
                <a:ea typeface="Noto Sans CJK SC"/>
                <a:cs typeface="Noto Sans CJK SC"/>
              </a:defRPr>
            </a:lvl3pPr>
            <a:lvl4pPr algn="ctr">
              <a:defRPr sz="1950" b="0">
                <a:solidFill>
                  <a:srgbClr val="AC6A37"/>
                </a:solidFill>
                <a:latin typeface="Noto Sans CJK SC"/>
                <a:ea typeface="Noto Sans CJK SC"/>
                <a:cs typeface="Noto Sans CJK SC"/>
              </a:defRPr>
            </a:lvl4pPr>
            <a:lvl5pPr algn="ctr">
              <a:defRPr sz="1950" b="0">
                <a:solidFill>
                  <a:srgbClr val="AC6A37"/>
                </a:solidFill>
                <a:latin typeface="Noto Sans CJK SC"/>
                <a:ea typeface="Noto Sans CJK SC"/>
                <a:cs typeface="Noto Sans CJK SC"/>
              </a:defRPr>
            </a:lvl5pPr>
            <a:lvl6pPr algn="ctr">
              <a:defRPr sz="1950" b="0">
                <a:solidFill>
                  <a:srgbClr val="AC6A37"/>
                </a:solidFill>
                <a:latin typeface="Noto Sans CJK SC"/>
                <a:ea typeface="Noto Sans CJK SC"/>
                <a:cs typeface="Noto Sans CJK SC"/>
              </a:defRPr>
            </a:lvl6pPr>
            <a:lvl7pPr algn="ctr">
              <a:defRPr sz="1950" b="0">
                <a:solidFill>
                  <a:srgbClr val="AC6A37"/>
                </a:solidFill>
                <a:latin typeface="Noto Sans CJK SC"/>
                <a:ea typeface="Noto Sans CJK SC"/>
                <a:cs typeface="Noto Sans CJK SC"/>
              </a:defRPr>
            </a:lvl7pPr>
            <a:lvl8pPr algn="ctr">
              <a:defRPr sz="1950" b="0">
                <a:solidFill>
                  <a:srgbClr val="AC6A37"/>
                </a:solidFill>
                <a:latin typeface="Noto Sans CJK SC"/>
                <a:ea typeface="Noto Sans CJK SC"/>
                <a:cs typeface="Noto Sans CJK SC"/>
              </a:defRPr>
            </a:lvl8pPr>
            <a:lvl9pPr algn="ctr">
              <a:defRPr sz="1950" b="0">
                <a:solidFill>
                  <a:srgbClr val="AC6A37"/>
                </a:solidFill>
                <a:latin typeface="Noto Sans CJK SC"/>
                <a:ea typeface="Noto Sans CJK SC"/>
                <a:cs typeface="Noto Sans CJK SC"/>
              </a:defRPr>
            </a:lvl9pPr>
          </a:lstStyle>
          <a:p>
            <a:pPr algn="ctr">
              <a:defRPr sz="1950" b="0">
                <a:solidFill>
                  <a:srgbClr val="AC6A37"/>
                </a:solidFill>
                <a:latin typeface="Noto Sans CJK SC"/>
                <a:ea typeface="Noto Sans CJK SC"/>
                <a:cs typeface="Noto Sans CJK SC"/>
              </a:defRPr>
            </a:pPr>
            <a:r>
              <a:rPr sz="1950" b="0">
                <a:solidFill>
                  <a:srgbClr val="AC6A37"/>
                </a:solidFill>
                <a:latin typeface="Noto Sans CJK SC"/>
                <a:ea typeface="Noto Sans CJK SC"/>
                <a:cs typeface="Noto Sans CJK SC"/>
              </a:rPr>
              <a:t>如 NONE / KEEP</a:t>
            </a:r>
          </a:p>
        </p:txBody>
      </p:sp>
      <p:cxnSp>
        <p:nvCxnSpPr>
          <p:cNvPr id="34" name="candidate-to-continuation">
            <a:extLst>
              <a:ext uri="{FF2B5EF4-FFF2-40B4-BE49-F238E27FC236}">
                <a16:creationId xmlns:a16="http://schemas.microsoft.com/office/drawing/2014/main" id="{28FB6ADD-2A24-4B0D-AFFA-4E212015BC04}"/>
              </a:ext>
            </a:extLst>
          </p:cNvPr>
          <p:cNvCxnSpPr/>
          <p:nvPr/>
        </p:nvCxnSpPr>
        <p:spPr>
          <a:xfrm flipH="0" flipV="0">
            <a:off x="6858000" y="4333875"/>
            <a:ext cx="666750" cy="0"/>
          </a:xfrm>
          <a:prstGeom prst="straightConnector1">
            <a:avLst/>
          </a:prstGeom>
          <a:ln w="20955">
            <a:solidFill>
              <a:srgbClr val="427568"/>
            </a:solidFill>
            <a:prstDash val="solid"/>
            <a:tailEnd type="triangle" w="med" len="med"/>
          </a:ln>
        </p:spPr>
      </p:cxnSp>
      <p:cxnSp>
        <p:nvCxnSpPr>
          <p:cNvPr id="35" name="reference-to-continuation">
            <a:extLst>
              <a:ext uri="{FF2B5EF4-FFF2-40B4-BE49-F238E27FC236}">
                <a16:creationId xmlns:a16="http://schemas.microsoft.com/office/drawing/2014/main" id="{9773EA82-49BA-4166-A268-05D4165E74FF}"/>
              </a:ext>
            </a:extLst>
          </p:cNvPr>
          <p:cNvCxnSpPr/>
          <p:nvPr/>
        </p:nvCxnSpPr>
        <p:spPr>
          <a:xfrm flipH="0" flipV="0">
            <a:off x="6858000" y="7477125"/>
            <a:ext cx="666750" cy="0"/>
          </a:xfrm>
          <a:prstGeom prst="straightConnector1">
            <a:avLst/>
          </a:prstGeom>
          <a:ln w="20955">
            <a:solidFill>
              <a:srgbClr val="AC6A37"/>
            </a:solidFill>
            <a:prstDash val="solid"/>
            <a:tailEnd type="triangle" w="med" len="med"/>
          </a:ln>
        </p:spPr>
      </p:cxnSp>
      <p:sp>
        <p:nvSpPr>
          <p:cNvPr id="36" name="candidate-heading">
            <a:extLst>
              <a:ext uri="{FF2B5EF4-FFF2-40B4-BE49-F238E27FC236}">
                <a16:creationId xmlns:a16="http://schemas.microsoft.com/office/drawing/2014/main" id="{0D757B61-1271-45F6-8FA7-1E411B064A0C}"/>
              </a:ext>
            </a:extLst>
          </p:cNvPr>
          <p:cNvSpPr>
            <a:spLocks noGrp="1"/>
          </p:cNvSpPr>
          <p:nvPr/>
        </p:nvSpPr>
        <p:spPr>
          <a:xfrm>
            <a:off x="7524750" y="3505200"/>
            <a:ext cx="2476500" cy="36195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重新生成子任务</a:t>
            </a:r>
          </a:p>
        </p:txBody>
      </p:sp>
      <p:sp>
        <p:nvSpPr>
          <p:cNvPr id="37" name="candidate-0">
            <a:extLst>
              <a:ext uri="{FF2B5EF4-FFF2-40B4-BE49-F238E27FC236}">
                <a16:creationId xmlns:a16="http://schemas.microsoft.com/office/drawing/2014/main" id="{899F50FD-A51A-4966-AF1C-D859C2690E88}"/>
              </a:ext>
            </a:extLst>
          </p:cNvPr>
          <p:cNvSpPr>
            <a:spLocks noGrp="1"/>
          </p:cNvSpPr>
          <p:nvPr/>
        </p:nvSpPr>
        <p:spPr>
          <a:xfrm>
            <a:off x="7524750" y="4000500"/>
            <a:ext cx="666750" cy="666750"/>
          </a:xfrm>
          <a:prstGeom prst="rect">
            <a:avLst/>
          </a:prstGeom>
          <a:solidFill>
            <a:srgbClr val="EEF4F0"/>
          </a:solidFill>
          <a:ln w="17145">
            <a:solidFill>
              <a:srgbClr val="427568"/>
            </a:solidFill>
            <a:prstDash val="solid"/>
          </a:ln>
        </p:spPr>
      </p:sp>
      <p:sp>
        <p:nvSpPr>
          <p:cNvPr id="38" name="candidate-0-text">
            <a:extLst>
              <a:ext uri="{FF2B5EF4-FFF2-40B4-BE49-F238E27FC236}">
                <a16:creationId xmlns:a16="http://schemas.microsoft.com/office/drawing/2014/main" id="{6E67A7AB-AA79-4EC0-8B10-0CDC5192E33B}"/>
              </a:ext>
            </a:extLst>
          </p:cNvPr>
          <p:cNvSpPr>
            <a:spLocks noGrp="1"/>
          </p:cNvSpPr>
          <p:nvPr/>
        </p:nvSpPr>
        <p:spPr>
          <a:xfrm>
            <a:off x="7620000" y="4048125"/>
            <a:ext cx="476250" cy="571500"/>
          </a:xfrm>
          <a:prstGeom prst="rect">
            <a:avLst/>
          </a:prstGeom>
          <a:noFill/>
          <a:ln w="0">
            <a:noFill/>
          </a:ln>
        </p:spPr>
        <p:txBody>
          <a:bodyPr wrap="none" lIns="0" tIns="0" rIns="0" bIns="0" anchor="ctr">
            <a:noAutofit/>
          </a:bodyPr>
          <a:lstStyle>
            <a:defPPr algn="ctr">
              <a:defRPr sz="2025" b="0">
                <a:solidFill>
                  <a:srgbClr val="222222"/>
                </a:solidFill>
                <a:latin typeface="Noto Sans CJK SC"/>
                <a:ea typeface="Noto Sans CJK SC"/>
                <a:cs typeface="Noto Sans CJK SC"/>
              </a:defRPr>
            </a:defPPr>
            <a:lvl1pPr algn="ctr">
              <a:defRPr sz="2025" b="0">
                <a:solidFill>
                  <a:srgbClr val="222222"/>
                </a:solidFill>
                <a:latin typeface="Noto Sans CJK SC"/>
                <a:ea typeface="Noto Sans CJK SC"/>
                <a:cs typeface="Noto Sans CJK SC"/>
              </a:defRPr>
            </a:lvl1pPr>
            <a:lvl2pPr algn="ctr">
              <a:defRPr sz="2025" b="0">
                <a:solidFill>
                  <a:srgbClr val="222222"/>
                </a:solidFill>
                <a:latin typeface="Noto Sans CJK SC"/>
                <a:ea typeface="Noto Sans CJK SC"/>
                <a:cs typeface="Noto Sans CJK SC"/>
              </a:defRPr>
            </a:lvl2pPr>
            <a:lvl3pPr algn="ctr">
              <a:defRPr sz="2025" b="0">
                <a:solidFill>
                  <a:srgbClr val="222222"/>
                </a:solidFill>
                <a:latin typeface="Noto Sans CJK SC"/>
                <a:ea typeface="Noto Sans CJK SC"/>
                <a:cs typeface="Noto Sans CJK SC"/>
              </a:defRPr>
            </a:lvl3pPr>
            <a:lvl4pPr algn="ctr">
              <a:defRPr sz="2025" b="0">
                <a:solidFill>
                  <a:srgbClr val="222222"/>
                </a:solidFill>
                <a:latin typeface="Noto Sans CJK SC"/>
                <a:ea typeface="Noto Sans CJK SC"/>
                <a:cs typeface="Noto Sans CJK SC"/>
              </a:defRPr>
            </a:lvl4pPr>
            <a:lvl5pPr algn="ctr">
              <a:defRPr sz="2025" b="0">
                <a:solidFill>
                  <a:srgbClr val="222222"/>
                </a:solidFill>
                <a:latin typeface="Noto Sans CJK SC"/>
                <a:ea typeface="Noto Sans CJK SC"/>
                <a:cs typeface="Noto Sans CJK SC"/>
              </a:defRPr>
            </a:lvl5pPr>
            <a:lvl6pPr algn="ctr">
              <a:defRPr sz="2025" b="0">
                <a:solidFill>
                  <a:srgbClr val="222222"/>
                </a:solidFill>
                <a:latin typeface="Noto Sans CJK SC"/>
                <a:ea typeface="Noto Sans CJK SC"/>
                <a:cs typeface="Noto Sans CJK SC"/>
              </a:defRPr>
            </a:lvl6pPr>
            <a:lvl7pPr algn="ctr">
              <a:defRPr sz="2025" b="0">
                <a:solidFill>
                  <a:srgbClr val="222222"/>
                </a:solidFill>
                <a:latin typeface="Noto Sans CJK SC"/>
                <a:ea typeface="Noto Sans CJK SC"/>
                <a:cs typeface="Noto Sans CJK SC"/>
              </a:defRPr>
            </a:lvl7pPr>
            <a:lvl8pPr algn="ctr">
              <a:defRPr sz="2025" b="0">
                <a:solidFill>
                  <a:srgbClr val="222222"/>
                </a:solidFill>
                <a:latin typeface="Noto Sans CJK SC"/>
                <a:ea typeface="Noto Sans CJK SC"/>
                <a:cs typeface="Noto Sans CJK SC"/>
              </a:defRPr>
            </a:lvl8pPr>
            <a:lvl9pPr algn="ctr">
              <a:defRPr sz="2025" b="0">
                <a:solidFill>
                  <a:srgbClr val="222222"/>
                </a:solidFill>
                <a:latin typeface="Noto Sans CJK SC"/>
                <a:ea typeface="Noto Sans CJK SC"/>
                <a:cs typeface="Noto Sans CJK SC"/>
              </a:defRPr>
            </a:lvl9pPr>
          </a:lstStyle>
          <a:p>
            <a:pPr algn="ctr">
              <a:defRPr sz="2025" b="0">
                <a:solidFill>
                  <a:srgbClr val="222222"/>
                </a:solidFill>
                <a:latin typeface="Noto Sans CJK SC"/>
                <a:ea typeface="Noto Sans CJK SC"/>
                <a:cs typeface="Noto Sans CJK SC"/>
              </a:defRPr>
            </a:pPr>
            <a:r>
              <a:rPr sz="2025" b="0">
                <a:solidFill>
                  <a:srgbClr val="222222"/>
                </a:solidFill>
                <a:latin typeface="Noto Sans CJK SC"/>
                <a:ea typeface="Noto Sans CJK SC"/>
                <a:cs typeface="Noto Sans CJK SC"/>
              </a:rPr>
              <a:t>文本</a:t>
            </a:r>
          </a:p>
        </p:txBody>
      </p:sp>
      <p:sp>
        <p:nvSpPr>
          <p:cNvPr id="39" name="candidate-1">
            <a:extLst>
              <a:ext uri="{FF2B5EF4-FFF2-40B4-BE49-F238E27FC236}">
                <a16:creationId xmlns:a16="http://schemas.microsoft.com/office/drawing/2014/main" id="{C881D5F5-D74E-4730-BA9D-030339B4CC48}"/>
              </a:ext>
            </a:extLst>
          </p:cNvPr>
          <p:cNvSpPr>
            <a:spLocks noGrp="1"/>
          </p:cNvSpPr>
          <p:nvPr/>
        </p:nvSpPr>
        <p:spPr>
          <a:xfrm>
            <a:off x="8429625" y="4000500"/>
            <a:ext cx="666750" cy="666750"/>
          </a:xfrm>
          <a:prstGeom prst="rect">
            <a:avLst/>
          </a:prstGeom>
          <a:solidFill>
            <a:srgbClr val="EEF4F0"/>
          </a:solidFill>
          <a:ln w="17145">
            <a:solidFill>
              <a:srgbClr val="427568"/>
            </a:solidFill>
            <a:prstDash val="solid"/>
          </a:ln>
        </p:spPr>
      </p:sp>
      <p:sp>
        <p:nvSpPr>
          <p:cNvPr id="40" name="candidate-1-text">
            <a:extLst>
              <a:ext uri="{FF2B5EF4-FFF2-40B4-BE49-F238E27FC236}">
                <a16:creationId xmlns:a16="http://schemas.microsoft.com/office/drawing/2014/main" id="{222C4AE7-7F21-487A-8B70-E4EF2E6BECF4}"/>
              </a:ext>
            </a:extLst>
          </p:cNvPr>
          <p:cNvSpPr>
            <a:spLocks noGrp="1"/>
          </p:cNvSpPr>
          <p:nvPr/>
        </p:nvSpPr>
        <p:spPr>
          <a:xfrm>
            <a:off x="8524875" y="4048125"/>
            <a:ext cx="476250" cy="571500"/>
          </a:xfrm>
          <a:prstGeom prst="rect">
            <a:avLst/>
          </a:prstGeom>
          <a:noFill/>
          <a:ln w="0">
            <a:noFill/>
          </a:ln>
        </p:spPr>
        <p:txBody>
          <a:bodyPr wrap="none" lIns="0" tIns="0" rIns="0" bIns="0" anchor="ctr">
            <a:noAutofit/>
          </a:bodyPr>
          <a:lstStyle>
            <a:defPPr algn="ctr">
              <a:defRPr sz="2025" b="0">
                <a:solidFill>
                  <a:srgbClr val="222222"/>
                </a:solidFill>
                <a:latin typeface="Noto Sans CJK SC"/>
                <a:ea typeface="Noto Sans CJK SC"/>
                <a:cs typeface="Noto Sans CJK SC"/>
              </a:defRPr>
            </a:defPPr>
            <a:lvl1pPr algn="ctr">
              <a:defRPr sz="2025" b="0">
                <a:solidFill>
                  <a:srgbClr val="222222"/>
                </a:solidFill>
                <a:latin typeface="Noto Sans CJK SC"/>
                <a:ea typeface="Noto Sans CJK SC"/>
                <a:cs typeface="Noto Sans CJK SC"/>
              </a:defRPr>
            </a:lvl1pPr>
            <a:lvl2pPr algn="ctr">
              <a:defRPr sz="2025" b="0">
                <a:solidFill>
                  <a:srgbClr val="222222"/>
                </a:solidFill>
                <a:latin typeface="Noto Sans CJK SC"/>
                <a:ea typeface="Noto Sans CJK SC"/>
                <a:cs typeface="Noto Sans CJK SC"/>
              </a:defRPr>
            </a:lvl2pPr>
            <a:lvl3pPr algn="ctr">
              <a:defRPr sz="2025" b="0">
                <a:solidFill>
                  <a:srgbClr val="222222"/>
                </a:solidFill>
                <a:latin typeface="Noto Sans CJK SC"/>
                <a:ea typeface="Noto Sans CJK SC"/>
                <a:cs typeface="Noto Sans CJK SC"/>
              </a:defRPr>
            </a:lvl3pPr>
            <a:lvl4pPr algn="ctr">
              <a:defRPr sz="2025" b="0">
                <a:solidFill>
                  <a:srgbClr val="222222"/>
                </a:solidFill>
                <a:latin typeface="Noto Sans CJK SC"/>
                <a:ea typeface="Noto Sans CJK SC"/>
                <a:cs typeface="Noto Sans CJK SC"/>
              </a:defRPr>
            </a:lvl4pPr>
            <a:lvl5pPr algn="ctr">
              <a:defRPr sz="2025" b="0">
                <a:solidFill>
                  <a:srgbClr val="222222"/>
                </a:solidFill>
                <a:latin typeface="Noto Sans CJK SC"/>
                <a:ea typeface="Noto Sans CJK SC"/>
                <a:cs typeface="Noto Sans CJK SC"/>
              </a:defRPr>
            </a:lvl5pPr>
            <a:lvl6pPr algn="ctr">
              <a:defRPr sz="2025" b="0">
                <a:solidFill>
                  <a:srgbClr val="222222"/>
                </a:solidFill>
                <a:latin typeface="Noto Sans CJK SC"/>
                <a:ea typeface="Noto Sans CJK SC"/>
                <a:cs typeface="Noto Sans CJK SC"/>
              </a:defRPr>
            </a:lvl6pPr>
            <a:lvl7pPr algn="ctr">
              <a:defRPr sz="2025" b="0">
                <a:solidFill>
                  <a:srgbClr val="222222"/>
                </a:solidFill>
                <a:latin typeface="Noto Sans CJK SC"/>
                <a:ea typeface="Noto Sans CJK SC"/>
                <a:cs typeface="Noto Sans CJK SC"/>
              </a:defRPr>
            </a:lvl7pPr>
            <a:lvl8pPr algn="ctr">
              <a:defRPr sz="2025" b="0">
                <a:solidFill>
                  <a:srgbClr val="222222"/>
                </a:solidFill>
                <a:latin typeface="Noto Sans CJK SC"/>
                <a:ea typeface="Noto Sans CJK SC"/>
                <a:cs typeface="Noto Sans CJK SC"/>
              </a:defRPr>
            </a:lvl8pPr>
            <a:lvl9pPr algn="ctr">
              <a:defRPr sz="2025" b="0">
                <a:solidFill>
                  <a:srgbClr val="222222"/>
                </a:solidFill>
                <a:latin typeface="Noto Sans CJK SC"/>
                <a:ea typeface="Noto Sans CJK SC"/>
                <a:cs typeface="Noto Sans CJK SC"/>
              </a:defRPr>
            </a:lvl9pPr>
          </a:lstStyle>
          <a:p>
            <a:pPr algn="ctr">
              <a:defRPr sz="2025" b="0">
                <a:solidFill>
                  <a:srgbClr val="222222"/>
                </a:solidFill>
                <a:latin typeface="Noto Sans CJK SC"/>
                <a:ea typeface="Noto Sans CJK SC"/>
                <a:cs typeface="Noto Sans CJK SC"/>
              </a:defRPr>
            </a:pPr>
            <a:r>
              <a:rPr sz="2025" b="0">
                <a:solidFill>
                  <a:srgbClr val="222222"/>
                </a:solidFill>
                <a:latin typeface="Noto Sans CJK SC"/>
                <a:ea typeface="Noto Sans CJK SC"/>
                <a:cs typeface="Noto Sans CJK SC"/>
              </a:rPr>
              <a:t>动作</a:t>
            </a:r>
          </a:p>
        </p:txBody>
      </p:sp>
      <p:sp>
        <p:nvSpPr>
          <p:cNvPr id="41" name="candidate-2">
            <a:extLst>
              <a:ext uri="{FF2B5EF4-FFF2-40B4-BE49-F238E27FC236}">
                <a16:creationId xmlns:a16="http://schemas.microsoft.com/office/drawing/2014/main" id="{B1802BE2-6611-4C75-BFD9-B2920F77BB71}"/>
              </a:ext>
            </a:extLst>
          </p:cNvPr>
          <p:cNvSpPr>
            <a:spLocks noGrp="1"/>
          </p:cNvSpPr>
          <p:nvPr/>
        </p:nvSpPr>
        <p:spPr>
          <a:xfrm>
            <a:off x="9334500" y="4000500"/>
            <a:ext cx="666750" cy="666750"/>
          </a:xfrm>
          <a:prstGeom prst="rect">
            <a:avLst/>
          </a:prstGeom>
          <a:solidFill>
            <a:srgbClr val="EEF4F0"/>
          </a:solidFill>
          <a:ln w="17145">
            <a:solidFill>
              <a:srgbClr val="427568"/>
            </a:solidFill>
            <a:prstDash val="solid"/>
          </a:ln>
        </p:spPr>
      </p:sp>
      <p:sp>
        <p:nvSpPr>
          <p:cNvPr id="42" name="candidate-2-text">
            <a:extLst>
              <a:ext uri="{FF2B5EF4-FFF2-40B4-BE49-F238E27FC236}">
                <a16:creationId xmlns:a16="http://schemas.microsoft.com/office/drawing/2014/main" id="{4F3532F2-2131-4452-93B5-B3E90D7BCD04}"/>
              </a:ext>
            </a:extLst>
          </p:cNvPr>
          <p:cNvSpPr>
            <a:spLocks noGrp="1"/>
          </p:cNvSpPr>
          <p:nvPr/>
        </p:nvSpPr>
        <p:spPr>
          <a:xfrm>
            <a:off x="9429750" y="4048125"/>
            <a:ext cx="476250" cy="571500"/>
          </a:xfrm>
          <a:prstGeom prst="rect">
            <a:avLst/>
          </a:prstGeom>
          <a:noFill/>
          <a:ln w="0">
            <a:noFill/>
          </a:ln>
        </p:spPr>
        <p:txBody>
          <a:bodyPr wrap="none" lIns="0" tIns="0" rIns="0" bIns="0" anchor="ctr">
            <a:noAutofit/>
          </a:bodyPr>
          <a:lstStyle>
            <a:defPPr algn="ctr">
              <a:defRPr sz="2025" b="0">
                <a:solidFill>
                  <a:srgbClr val="222222"/>
                </a:solidFill>
                <a:latin typeface="Noto Sans CJK SC"/>
                <a:ea typeface="Noto Sans CJK SC"/>
                <a:cs typeface="Noto Sans CJK SC"/>
              </a:defRPr>
            </a:defPPr>
            <a:lvl1pPr algn="ctr">
              <a:defRPr sz="2025" b="0">
                <a:solidFill>
                  <a:srgbClr val="222222"/>
                </a:solidFill>
                <a:latin typeface="Noto Sans CJK SC"/>
                <a:ea typeface="Noto Sans CJK SC"/>
                <a:cs typeface="Noto Sans CJK SC"/>
              </a:defRPr>
            </a:lvl1pPr>
            <a:lvl2pPr algn="ctr">
              <a:defRPr sz="2025" b="0">
                <a:solidFill>
                  <a:srgbClr val="222222"/>
                </a:solidFill>
                <a:latin typeface="Noto Sans CJK SC"/>
                <a:ea typeface="Noto Sans CJK SC"/>
                <a:cs typeface="Noto Sans CJK SC"/>
              </a:defRPr>
            </a:lvl2pPr>
            <a:lvl3pPr algn="ctr">
              <a:defRPr sz="2025" b="0">
                <a:solidFill>
                  <a:srgbClr val="222222"/>
                </a:solidFill>
                <a:latin typeface="Noto Sans CJK SC"/>
                <a:ea typeface="Noto Sans CJK SC"/>
                <a:cs typeface="Noto Sans CJK SC"/>
              </a:defRPr>
            </a:lvl3pPr>
            <a:lvl4pPr algn="ctr">
              <a:defRPr sz="2025" b="0">
                <a:solidFill>
                  <a:srgbClr val="222222"/>
                </a:solidFill>
                <a:latin typeface="Noto Sans CJK SC"/>
                <a:ea typeface="Noto Sans CJK SC"/>
                <a:cs typeface="Noto Sans CJK SC"/>
              </a:defRPr>
            </a:lvl4pPr>
            <a:lvl5pPr algn="ctr">
              <a:defRPr sz="2025" b="0">
                <a:solidFill>
                  <a:srgbClr val="222222"/>
                </a:solidFill>
                <a:latin typeface="Noto Sans CJK SC"/>
                <a:ea typeface="Noto Sans CJK SC"/>
                <a:cs typeface="Noto Sans CJK SC"/>
              </a:defRPr>
            </a:lvl5pPr>
            <a:lvl6pPr algn="ctr">
              <a:defRPr sz="2025" b="0">
                <a:solidFill>
                  <a:srgbClr val="222222"/>
                </a:solidFill>
                <a:latin typeface="Noto Sans CJK SC"/>
                <a:ea typeface="Noto Sans CJK SC"/>
                <a:cs typeface="Noto Sans CJK SC"/>
              </a:defRPr>
            </a:lvl6pPr>
            <a:lvl7pPr algn="ctr">
              <a:defRPr sz="2025" b="0">
                <a:solidFill>
                  <a:srgbClr val="222222"/>
                </a:solidFill>
                <a:latin typeface="Noto Sans CJK SC"/>
                <a:ea typeface="Noto Sans CJK SC"/>
                <a:cs typeface="Noto Sans CJK SC"/>
              </a:defRPr>
            </a:lvl7pPr>
            <a:lvl8pPr algn="ctr">
              <a:defRPr sz="2025" b="0">
                <a:solidFill>
                  <a:srgbClr val="222222"/>
                </a:solidFill>
                <a:latin typeface="Noto Sans CJK SC"/>
                <a:ea typeface="Noto Sans CJK SC"/>
                <a:cs typeface="Noto Sans CJK SC"/>
              </a:defRPr>
            </a:lvl8pPr>
            <a:lvl9pPr algn="ctr">
              <a:defRPr sz="2025" b="0">
                <a:solidFill>
                  <a:srgbClr val="222222"/>
                </a:solidFill>
                <a:latin typeface="Noto Sans CJK SC"/>
                <a:ea typeface="Noto Sans CJK SC"/>
                <a:cs typeface="Noto Sans CJK SC"/>
              </a:defRPr>
            </a:lvl9pPr>
          </a:lstStyle>
          <a:p>
            <a:pPr algn="ctr">
              <a:defRPr sz="2025" b="0">
                <a:solidFill>
                  <a:srgbClr val="222222"/>
                </a:solidFill>
                <a:latin typeface="Noto Sans CJK SC"/>
                <a:ea typeface="Noto Sans CJK SC"/>
                <a:cs typeface="Noto Sans CJK SC"/>
              </a:defRPr>
            </a:pPr>
            <a:r>
              <a:rPr sz="2025" b="0">
                <a:solidFill>
                  <a:srgbClr val="222222"/>
                </a:solidFill>
                <a:latin typeface="Noto Sans CJK SC"/>
                <a:ea typeface="Noto Sans CJK SC"/>
                <a:cs typeface="Noto Sans CJK SC"/>
              </a:rPr>
              <a:t>观察</a:t>
            </a:r>
          </a:p>
        </p:txBody>
      </p:sp>
      <p:cxnSp>
        <p:nvCxnSpPr>
          <p:cNvPr id="43" name="candidate-flow1">
            <a:extLst>
              <a:ext uri="{FF2B5EF4-FFF2-40B4-BE49-F238E27FC236}">
                <a16:creationId xmlns:a16="http://schemas.microsoft.com/office/drawing/2014/main" id="{B4CF7894-3E0B-4045-A9EB-C3710BAF414A}"/>
              </a:ext>
            </a:extLst>
          </p:cNvPr>
          <p:cNvCxnSpPr/>
          <p:nvPr/>
        </p:nvCxnSpPr>
        <p:spPr>
          <a:xfrm flipH="0" flipV="0">
            <a:off x="8191500" y="4333875"/>
            <a:ext cx="238125" cy="0"/>
          </a:xfrm>
          <a:prstGeom prst="straightConnector1">
            <a:avLst/>
          </a:prstGeom>
          <a:ln w="20955">
            <a:solidFill>
              <a:srgbClr val="427568"/>
            </a:solidFill>
            <a:prstDash val="solid"/>
            <a:tailEnd type="triangle" w="med" len="med"/>
          </a:ln>
        </p:spPr>
      </p:cxnSp>
      <p:cxnSp>
        <p:nvCxnSpPr>
          <p:cNvPr id="44" name="candidate-flow2">
            <a:extLst>
              <a:ext uri="{FF2B5EF4-FFF2-40B4-BE49-F238E27FC236}">
                <a16:creationId xmlns:a16="http://schemas.microsoft.com/office/drawing/2014/main" id="{D979FBC2-08CA-4564-87B5-6F35C8D1F3AC}"/>
              </a:ext>
            </a:extLst>
          </p:cNvPr>
          <p:cNvCxnSpPr/>
          <p:nvPr/>
        </p:nvCxnSpPr>
        <p:spPr>
          <a:xfrm flipH="0" flipV="0">
            <a:off x="9096375" y="4333875"/>
            <a:ext cx="238125" cy="0"/>
          </a:xfrm>
          <a:prstGeom prst="straightConnector1">
            <a:avLst/>
          </a:prstGeom>
          <a:ln w="20955">
            <a:solidFill>
              <a:srgbClr val="427568"/>
            </a:solidFill>
            <a:prstDash val="solid"/>
            <a:tailEnd type="triangle" w="med" len="med"/>
          </a:ln>
        </p:spPr>
      </p:cxnSp>
      <p:cxnSp>
        <p:nvCxnSpPr>
          <p:cNvPr id="45" name="candidate-feedback-down">
            <a:extLst>
              <a:ext uri="{FF2B5EF4-FFF2-40B4-BE49-F238E27FC236}">
                <a16:creationId xmlns:a16="http://schemas.microsoft.com/office/drawing/2014/main" id="{94809B9D-02F6-4A69-B98C-14637EF91718}"/>
              </a:ext>
            </a:extLst>
          </p:cNvPr>
          <p:cNvCxnSpPr/>
          <p:nvPr/>
        </p:nvCxnSpPr>
        <p:spPr>
          <a:xfrm flipH="0" flipV="0">
            <a:off x="9667875" y="4667250"/>
            <a:ext cx="0" cy="285750"/>
          </a:xfrm>
          <a:prstGeom prst="straightConnector1">
            <a:avLst/>
          </a:prstGeom>
          <a:ln w="20955">
            <a:solidFill>
              <a:srgbClr val="427568"/>
            </a:solidFill>
            <a:prstDash val="solid"/>
            <a:tailEnd type="none" w="med" len="med"/>
          </a:ln>
        </p:spPr>
      </p:cxnSp>
      <p:cxnSp>
        <p:nvCxnSpPr>
          <p:cNvPr id="46" name="candidate-feedback-left">
            <a:extLst>
              <a:ext uri="{FF2B5EF4-FFF2-40B4-BE49-F238E27FC236}">
                <a16:creationId xmlns:a16="http://schemas.microsoft.com/office/drawing/2014/main" id="{632DE81A-2892-4F4A-81DB-4993000CCAF2}"/>
              </a:ext>
            </a:extLst>
          </p:cNvPr>
          <p:cNvCxnSpPr/>
          <p:nvPr/>
        </p:nvCxnSpPr>
        <p:spPr>
          <a:xfrm flipH="1" flipV="0">
            <a:off x="7858125" y="4953000"/>
            <a:ext cx="1809750" cy="0"/>
          </a:xfrm>
          <a:prstGeom prst="straightConnector1">
            <a:avLst/>
          </a:prstGeom>
          <a:ln w="20955">
            <a:solidFill>
              <a:srgbClr val="427568"/>
            </a:solidFill>
            <a:prstDash val="solid"/>
            <a:tailEnd type="none" w="med" len="med"/>
          </a:ln>
        </p:spPr>
      </p:cxnSp>
      <p:cxnSp>
        <p:nvCxnSpPr>
          <p:cNvPr id="47" name="candidate-feedback-up">
            <a:extLst>
              <a:ext uri="{FF2B5EF4-FFF2-40B4-BE49-F238E27FC236}">
                <a16:creationId xmlns:a16="http://schemas.microsoft.com/office/drawing/2014/main" id="{03F704A3-88D0-465D-B02E-1215AADFE399}"/>
              </a:ext>
            </a:extLst>
          </p:cNvPr>
          <p:cNvCxnSpPr/>
          <p:nvPr/>
        </p:nvCxnSpPr>
        <p:spPr>
          <a:xfrm flipH="0" flipV="1">
            <a:off x="7858125" y="4667250"/>
            <a:ext cx="0" cy="285750"/>
          </a:xfrm>
          <a:prstGeom prst="straightConnector1">
            <a:avLst/>
          </a:prstGeom>
          <a:ln w="20955">
            <a:solidFill>
              <a:srgbClr val="427568"/>
            </a:solidFill>
            <a:prstDash val="solid"/>
            <a:tailEnd type="triangle" w="med" len="med"/>
          </a:ln>
        </p:spPr>
      </p:cxnSp>
      <p:sp>
        <p:nvSpPr>
          <p:cNvPr id="48" name="reference-heading">
            <a:extLst>
              <a:ext uri="{FF2B5EF4-FFF2-40B4-BE49-F238E27FC236}">
                <a16:creationId xmlns:a16="http://schemas.microsoft.com/office/drawing/2014/main" id="{2870EFE9-AD7E-4AF0-BC53-AEA8999C4B56}"/>
              </a:ext>
            </a:extLst>
          </p:cNvPr>
          <p:cNvSpPr>
            <a:spLocks noGrp="1"/>
          </p:cNvSpPr>
          <p:nvPr/>
        </p:nvSpPr>
        <p:spPr>
          <a:xfrm>
            <a:off x="7524750" y="6648450"/>
            <a:ext cx="2476500" cy="361950"/>
          </a:xfrm>
          <a:prstGeom prst="rect">
            <a:avLst/>
          </a:prstGeom>
          <a:noFill/>
          <a:ln w="0">
            <a:noFill/>
          </a:ln>
        </p:spPr>
        <p:txBody>
          <a:bodyPr wrap="none" lIns="0" tIns="0" rIns="0" bIns="0" anchor="ctr">
            <a:noAutofit/>
          </a:bodyPr>
          <a:lstStyle>
            <a:defPPr algn="ctr">
              <a:defRPr sz="2175" b="0">
                <a:solidFill>
                  <a:srgbClr val="222222"/>
                </a:solidFill>
                <a:latin typeface="Noto Sans CJK SC"/>
                <a:ea typeface="Noto Sans CJK SC"/>
                <a:cs typeface="Noto Sans CJK SC"/>
              </a:defRPr>
            </a:defPPr>
            <a:lvl1pPr algn="ctr">
              <a:defRPr sz="2175" b="0">
                <a:solidFill>
                  <a:srgbClr val="222222"/>
                </a:solidFill>
                <a:latin typeface="Noto Sans CJK SC"/>
                <a:ea typeface="Noto Sans CJK SC"/>
                <a:cs typeface="Noto Sans CJK SC"/>
              </a:defRPr>
            </a:lvl1pPr>
            <a:lvl2pPr algn="ctr">
              <a:defRPr sz="2175" b="0">
                <a:solidFill>
                  <a:srgbClr val="222222"/>
                </a:solidFill>
                <a:latin typeface="Noto Sans CJK SC"/>
                <a:ea typeface="Noto Sans CJK SC"/>
                <a:cs typeface="Noto Sans CJK SC"/>
              </a:defRPr>
            </a:lvl2pPr>
            <a:lvl3pPr algn="ctr">
              <a:defRPr sz="2175" b="0">
                <a:solidFill>
                  <a:srgbClr val="222222"/>
                </a:solidFill>
                <a:latin typeface="Noto Sans CJK SC"/>
                <a:ea typeface="Noto Sans CJK SC"/>
                <a:cs typeface="Noto Sans CJK SC"/>
              </a:defRPr>
            </a:lvl3pPr>
            <a:lvl4pPr algn="ctr">
              <a:defRPr sz="2175" b="0">
                <a:solidFill>
                  <a:srgbClr val="222222"/>
                </a:solidFill>
                <a:latin typeface="Noto Sans CJK SC"/>
                <a:ea typeface="Noto Sans CJK SC"/>
                <a:cs typeface="Noto Sans CJK SC"/>
              </a:defRPr>
            </a:lvl4pPr>
            <a:lvl5pPr algn="ctr">
              <a:defRPr sz="2175" b="0">
                <a:solidFill>
                  <a:srgbClr val="222222"/>
                </a:solidFill>
                <a:latin typeface="Noto Sans CJK SC"/>
                <a:ea typeface="Noto Sans CJK SC"/>
                <a:cs typeface="Noto Sans CJK SC"/>
              </a:defRPr>
            </a:lvl5pPr>
            <a:lvl6pPr algn="ctr">
              <a:defRPr sz="2175" b="0">
                <a:solidFill>
                  <a:srgbClr val="222222"/>
                </a:solidFill>
                <a:latin typeface="Noto Sans CJK SC"/>
                <a:ea typeface="Noto Sans CJK SC"/>
                <a:cs typeface="Noto Sans CJK SC"/>
              </a:defRPr>
            </a:lvl6pPr>
            <a:lvl7pPr algn="ctr">
              <a:defRPr sz="2175" b="0">
                <a:solidFill>
                  <a:srgbClr val="222222"/>
                </a:solidFill>
                <a:latin typeface="Noto Sans CJK SC"/>
                <a:ea typeface="Noto Sans CJK SC"/>
                <a:cs typeface="Noto Sans CJK SC"/>
              </a:defRPr>
            </a:lvl7pPr>
            <a:lvl8pPr algn="ctr">
              <a:defRPr sz="2175" b="0">
                <a:solidFill>
                  <a:srgbClr val="222222"/>
                </a:solidFill>
                <a:latin typeface="Noto Sans CJK SC"/>
                <a:ea typeface="Noto Sans CJK SC"/>
                <a:cs typeface="Noto Sans CJK SC"/>
              </a:defRPr>
            </a:lvl8pPr>
            <a:lvl9pPr algn="ctr">
              <a:defRPr sz="2175" b="0">
                <a:solidFill>
                  <a:srgbClr val="222222"/>
                </a:solidFill>
                <a:latin typeface="Noto Sans CJK SC"/>
                <a:ea typeface="Noto Sans CJK SC"/>
                <a:cs typeface="Noto Sans CJK SC"/>
              </a:defRPr>
            </a:lvl9pPr>
          </a:lstStyle>
          <a:p>
            <a:pPr algn="ctr">
              <a:defRPr sz="2175" b="0">
                <a:solidFill>
                  <a:srgbClr val="222222"/>
                </a:solidFill>
                <a:latin typeface="Noto Sans CJK SC"/>
                <a:ea typeface="Noto Sans CJK SC"/>
                <a:cs typeface="Noto Sans CJK SC"/>
              </a:defRPr>
            </a:pPr>
            <a:r>
              <a:rPr sz="2175" b="0">
                <a:solidFill>
                  <a:srgbClr val="222222"/>
                </a:solidFill>
                <a:latin typeface="Noto Sans CJK SC"/>
                <a:ea typeface="Noto Sans CJK SC"/>
                <a:cs typeface="Noto Sans CJK SC"/>
              </a:rPr>
              <a:t>重新生成子任务</a:t>
            </a:r>
          </a:p>
        </p:txBody>
      </p:sp>
      <p:sp>
        <p:nvSpPr>
          <p:cNvPr id="49" name="reference-0">
            <a:extLst>
              <a:ext uri="{FF2B5EF4-FFF2-40B4-BE49-F238E27FC236}">
                <a16:creationId xmlns:a16="http://schemas.microsoft.com/office/drawing/2014/main" id="{16CE6BE0-E32E-455D-88B0-DE327D71094A}"/>
              </a:ext>
            </a:extLst>
          </p:cNvPr>
          <p:cNvSpPr>
            <a:spLocks noGrp="1"/>
          </p:cNvSpPr>
          <p:nvPr/>
        </p:nvSpPr>
        <p:spPr>
          <a:xfrm>
            <a:off x="7524750" y="7143750"/>
            <a:ext cx="666750" cy="666750"/>
          </a:xfrm>
          <a:prstGeom prst="rect">
            <a:avLst/>
          </a:prstGeom>
          <a:solidFill>
            <a:srgbClr val="FAF0E7"/>
          </a:solidFill>
          <a:ln w="17145">
            <a:solidFill>
              <a:srgbClr val="AC6A37"/>
            </a:solidFill>
            <a:prstDash val="solid"/>
          </a:ln>
        </p:spPr>
      </p:sp>
      <p:sp>
        <p:nvSpPr>
          <p:cNvPr id="50" name="reference-0-text">
            <a:extLst>
              <a:ext uri="{FF2B5EF4-FFF2-40B4-BE49-F238E27FC236}">
                <a16:creationId xmlns:a16="http://schemas.microsoft.com/office/drawing/2014/main" id="{3A8EBB66-348C-4C8F-A69C-2C82C3A0DBD6}"/>
              </a:ext>
            </a:extLst>
          </p:cNvPr>
          <p:cNvSpPr>
            <a:spLocks noGrp="1"/>
          </p:cNvSpPr>
          <p:nvPr/>
        </p:nvSpPr>
        <p:spPr>
          <a:xfrm>
            <a:off x="7620000" y="7191375"/>
            <a:ext cx="476250" cy="571500"/>
          </a:xfrm>
          <a:prstGeom prst="rect">
            <a:avLst/>
          </a:prstGeom>
          <a:noFill/>
          <a:ln w="0">
            <a:noFill/>
          </a:ln>
        </p:spPr>
        <p:txBody>
          <a:bodyPr wrap="none" lIns="0" tIns="0" rIns="0" bIns="0" anchor="ctr">
            <a:noAutofit/>
          </a:bodyPr>
          <a:lstStyle>
            <a:defPPr algn="ctr">
              <a:defRPr sz="2025" b="0">
                <a:solidFill>
                  <a:srgbClr val="222222"/>
                </a:solidFill>
                <a:latin typeface="Noto Sans CJK SC"/>
                <a:ea typeface="Noto Sans CJK SC"/>
                <a:cs typeface="Noto Sans CJK SC"/>
              </a:defRPr>
            </a:defPPr>
            <a:lvl1pPr algn="ctr">
              <a:defRPr sz="2025" b="0">
                <a:solidFill>
                  <a:srgbClr val="222222"/>
                </a:solidFill>
                <a:latin typeface="Noto Sans CJK SC"/>
                <a:ea typeface="Noto Sans CJK SC"/>
                <a:cs typeface="Noto Sans CJK SC"/>
              </a:defRPr>
            </a:lvl1pPr>
            <a:lvl2pPr algn="ctr">
              <a:defRPr sz="2025" b="0">
                <a:solidFill>
                  <a:srgbClr val="222222"/>
                </a:solidFill>
                <a:latin typeface="Noto Sans CJK SC"/>
                <a:ea typeface="Noto Sans CJK SC"/>
                <a:cs typeface="Noto Sans CJK SC"/>
              </a:defRPr>
            </a:lvl2pPr>
            <a:lvl3pPr algn="ctr">
              <a:defRPr sz="2025" b="0">
                <a:solidFill>
                  <a:srgbClr val="222222"/>
                </a:solidFill>
                <a:latin typeface="Noto Sans CJK SC"/>
                <a:ea typeface="Noto Sans CJK SC"/>
                <a:cs typeface="Noto Sans CJK SC"/>
              </a:defRPr>
            </a:lvl3pPr>
            <a:lvl4pPr algn="ctr">
              <a:defRPr sz="2025" b="0">
                <a:solidFill>
                  <a:srgbClr val="222222"/>
                </a:solidFill>
                <a:latin typeface="Noto Sans CJK SC"/>
                <a:ea typeface="Noto Sans CJK SC"/>
                <a:cs typeface="Noto Sans CJK SC"/>
              </a:defRPr>
            </a:lvl4pPr>
            <a:lvl5pPr algn="ctr">
              <a:defRPr sz="2025" b="0">
                <a:solidFill>
                  <a:srgbClr val="222222"/>
                </a:solidFill>
                <a:latin typeface="Noto Sans CJK SC"/>
                <a:ea typeface="Noto Sans CJK SC"/>
                <a:cs typeface="Noto Sans CJK SC"/>
              </a:defRPr>
            </a:lvl5pPr>
            <a:lvl6pPr algn="ctr">
              <a:defRPr sz="2025" b="0">
                <a:solidFill>
                  <a:srgbClr val="222222"/>
                </a:solidFill>
                <a:latin typeface="Noto Sans CJK SC"/>
                <a:ea typeface="Noto Sans CJK SC"/>
                <a:cs typeface="Noto Sans CJK SC"/>
              </a:defRPr>
            </a:lvl6pPr>
            <a:lvl7pPr algn="ctr">
              <a:defRPr sz="2025" b="0">
                <a:solidFill>
                  <a:srgbClr val="222222"/>
                </a:solidFill>
                <a:latin typeface="Noto Sans CJK SC"/>
                <a:ea typeface="Noto Sans CJK SC"/>
                <a:cs typeface="Noto Sans CJK SC"/>
              </a:defRPr>
            </a:lvl7pPr>
            <a:lvl8pPr algn="ctr">
              <a:defRPr sz="2025" b="0">
                <a:solidFill>
                  <a:srgbClr val="222222"/>
                </a:solidFill>
                <a:latin typeface="Noto Sans CJK SC"/>
                <a:ea typeface="Noto Sans CJK SC"/>
                <a:cs typeface="Noto Sans CJK SC"/>
              </a:defRPr>
            </a:lvl8pPr>
            <a:lvl9pPr algn="ctr">
              <a:defRPr sz="2025" b="0">
                <a:solidFill>
                  <a:srgbClr val="222222"/>
                </a:solidFill>
                <a:latin typeface="Noto Sans CJK SC"/>
                <a:ea typeface="Noto Sans CJK SC"/>
                <a:cs typeface="Noto Sans CJK SC"/>
              </a:defRPr>
            </a:lvl9pPr>
          </a:lstStyle>
          <a:p>
            <a:pPr algn="ctr">
              <a:defRPr sz="2025" b="0">
                <a:solidFill>
                  <a:srgbClr val="222222"/>
                </a:solidFill>
                <a:latin typeface="Noto Sans CJK SC"/>
                <a:ea typeface="Noto Sans CJK SC"/>
                <a:cs typeface="Noto Sans CJK SC"/>
              </a:defRPr>
            </a:pPr>
            <a:r>
              <a:rPr sz="2025" b="0">
                <a:solidFill>
                  <a:srgbClr val="222222"/>
                </a:solidFill>
                <a:latin typeface="Noto Sans CJK SC"/>
                <a:ea typeface="Noto Sans CJK SC"/>
                <a:cs typeface="Noto Sans CJK SC"/>
              </a:rPr>
              <a:t>文本</a:t>
            </a:r>
          </a:p>
        </p:txBody>
      </p:sp>
      <p:sp>
        <p:nvSpPr>
          <p:cNvPr id="51" name="reference-1">
            <a:extLst>
              <a:ext uri="{FF2B5EF4-FFF2-40B4-BE49-F238E27FC236}">
                <a16:creationId xmlns:a16="http://schemas.microsoft.com/office/drawing/2014/main" id="{78671B9E-7B30-4249-A222-074B6E77A537}"/>
              </a:ext>
            </a:extLst>
          </p:cNvPr>
          <p:cNvSpPr>
            <a:spLocks noGrp="1"/>
          </p:cNvSpPr>
          <p:nvPr/>
        </p:nvSpPr>
        <p:spPr>
          <a:xfrm>
            <a:off x="8429625" y="7143750"/>
            <a:ext cx="666750" cy="666750"/>
          </a:xfrm>
          <a:prstGeom prst="rect">
            <a:avLst/>
          </a:prstGeom>
          <a:solidFill>
            <a:srgbClr val="FAF0E7"/>
          </a:solidFill>
          <a:ln w="17145">
            <a:solidFill>
              <a:srgbClr val="AC6A37"/>
            </a:solidFill>
            <a:prstDash val="solid"/>
          </a:ln>
        </p:spPr>
      </p:sp>
      <p:sp>
        <p:nvSpPr>
          <p:cNvPr id="52" name="reference-1-text">
            <a:extLst>
              <a:ext uri="{FF2B5EF4-FFF2-40B4-BE49-F238E27FC236}">
                <a16:creationId xmlns:a16="http://schemas.microsoft.com/office/drawing/2014/main" id="{01DA26B0-FC9E-45A1-AC76-C2B1E1710CE1}"/>
              </a:ext>
            </a:extLst>
          </p:cNvPr>
          <p:cNvSpPr>
            <a:spLocks noGrp="1"/>
          </p:cNvSpPr>
          <p:nvPr/>
        </p:nvSpPr>
        <p:spPr>
          <a:xfrm>
            <a:off x="8524875" y="7191375"/>
            <a:ext cx="476250" cy="571500"/>
          </a:xfrm>
          <a:prstGeom prst="rect">
            <a:avLst/>
          </a:prstGeom>
          <a:noFill/>
          <a:ln w="0">
            <a:noFill/>
          </a:ln>
        </p:spPr>
        <p:txBody>
          <a:bodyPr wrap="none" lIns="0" tIns="0" rIns="0" bIns="0" anchor="ctr">
            <a:noAutofit/>
          </a:bodyPr>
          <a:lstStyle>
            <a:defPPr algn="ctr">
              <a:defRPr sz="2025" b="0">
                <a:solidFill>
                  <a:srgbClr val="222222"/>
                </a:solidFill>
                <a:latin typeface="Noto Sans CJK SC"/>
                <a:ea typeface="Noto Sans CJK SC"/>
                <a:cs typeface="Noto Sans CJK SC"/>
              </a:defRPr>
            </a:defPPr>
            <a:lvl1pPr algn="ctr">
              <a:defRPr sz="2025" b="0">
                <a:solidFill>
                  <a:srgbClr val="222222"/>
                </a:solidFill>
                <a:latin typeface="Noto Sans CJK SC"/>
                <a:ea typeface="Noto Sans CJK SC"/>
                <a:cs typeface="Noto Sans CJK SC"/>
              </a:defRPr>
            </a:lvl1pPr>
            <a:lvl2pPr algn="ctr">
              <a:defRPr sz="2025" b="0">
                <a:solidFill>
                  <a:srgbClr val="222222"/>
                </a:solidFill>
                <a:latin typeface="Noto Sans CJK SC"/>
                <a:ea typeface="Noto Sans CJK SC"/>
                <a:cs typeface="Noto Sans CJK SC"/>
              </a:defRPr>
            </a:lvl2pPr>
            <a:lvl3pPr algn="ctr">
              <a:defRPr sz="2025" b="0">
                <a:solidFill>
                  <a:srgbClr val="222222"/>
                </a:solidFill>
                <a:latin typeface="Noto Sans CJK SC"/>
                <a:ea typeface="Noto Sans CJK SC"/>
                <a:cs typeface="Noto Sans CJK SC"/>
              </a:defRPr>
            </a:lvl3pPr>
            <a:lvl4pPr algn="ctr">
              <a:defRPr sz="2025" b="0">
                <a:solidFill>
                  <a:srgbClr val="222222"/>
                </a:solidFill>
                <a:latin typeface="Noto Sans CJK SC"/>
                <a:ea typeface="Noto Sans CJK SC"/>
                <a:cs typeface="Noto Sans CJK SC"/>
              </a:defRPr>
            </a:lvl4pPr>
            <a:lvl5pPr algn="ctr">
              <a:defRPr sz="2025" b="0">
                <a:solidFill>
                  <a:srgbClr val="222222"/>
                </a:solidFill>
                <a:latin typeface="Noto Sans CJK SC"/>
                <a:ea typeface="Noto Sans CJK SC"/>
                <a:cs typeface="Noto Sans CJK SC"/>
              </a:defRPr>
            </a:lvl5pPr>
            <a:lvl6pPr algn="ctr">
              <a:defRPr sz="2025" b="0">
                <a:solidFill>
                  <a:srgbClr val="222222"/>
                </a:solidFill>
                <a:latin typeface="Noto Sans CJK SC"/>
                <a:ea typeface="Noto Sans CJK SC"/>
                <a:cs typeface="Noto Sans CJK SC"/>
              </a:defRPr>
            </a:lvl6pPr>
            <a:lvl7pPr algn="ctr">
              <a:defRPr sz="2025" b="0">
                <a:solidFill>
                  <a:srgbClr val="222222"/>
                </a:solidFill>
                <a:latin typeface="Noto Sans CJK SC"/>
                <a:ea typeface="Noto Sans CJK SC"/>
                <a:cs typeface="Noto Sans CJK SC"/>
              </a:defRPr>
            </a:lvl7pPr>
            <a:lvl8pPr algn="ctr">
              <a:defRPr sz="2025" b="0">
                <a:solidFill>
                  <a:srgbClr val="222222"/>
                </a:solidFill>
                <a:latin typeface="Noto Sans CJK SC"/>
                <a:ea typeface="Noto Sans CJK SC"/>
                <a:cs typeface="Noto Sans CJK SC"/>
              </a:defRPr>
            </a:lvl8pPr>
            <a:lvl9pPr algn="ctr">
              <a:defRPr sz="2025" b="0">
                <a:solidFill>
                  <a:srgbClr val="222222"/>
                </a:solidFill>
                <a:latin typeface="Noto Sans CJK SC"/>
                <a:ea typeface="Noto Sans CJK SC"/>
                <a:cs typeface="Noto Sans CJK SC"/>
              </a:defRPr>
            </a:lvl9pPr>
          </a:lstStyle>
          <a:p>
            <a:pPr algn="ctr">
              <a:defRPr sz="2025" b="0">
                <a:solidFill>
                  <a:srgbClr val="222222"/>
                </a:solidFill>
                <a:latin typeface="Noto Sans CJK SC"/>
                <a:ea typeface="Noto Sans CJK SC"/>
                <a:cs typeface="Noto Sans CJK SC"/>
              </a:defRPr>
            </a:pPr>
            <a:r>
              <a:rPr sz="2025" b="0">
                <a:solidFill>
                  <a:srgbClr val="222222"/>
                </a:solidFill>
                <a:latin typeface="Noto Sans CJK SC"/>
                <a:ea typeface="Noto Sans CJK SC"/>
                <a:cs typeface="Noto Sans CJK SC"/>
              </a:rPr>
              <a:t>动作</a:t>
            </a:r>
          </a:p>
        </p:txBody>
      </p:sp>
      <p:sp>
        <p:nvSpPr>
          <p:cNvPr id="53" name="reference-2">
            <a:extLst>
              <a:ext uri="{FF2B5EF4-FFF2-40B4-BE49-F238E27FC236}">
                <a16:creationId xmlns:a16="http://schemas.microsoft.com/office/drawing/2014/main" id="{2F1E3569-49DA-475E-8EDF-70B3A96851D4}"/>
              </a:ext>
            </a:extLst>
          </p:cNvPr>
          <p:cNvSpPr>
            <a:spLocks noGrp="1"/>
          </p:cNvSpPr>
          <p:nvPr/>
        </p:nvSpPr>
        <p:spPr>
          <a:xfrm>
            <a:off x="9334500" y="7143750"/>
            <a:ext cx="666750" cy="666750"/>
          </a:xfrm>
          <a:prstGeom prst="rect">
            <a:avLst/>
          </a:prstGeom>
          <a:solidFill>
            <a:srgbClr val="FAF0E7"/>
          </a:solidFill>
          <a:ln w="17145">
            <a:solidFill>
              <a:srgbClr val="AC6A37"/>
            </a:solidFill>
            <a:prstDash val="solid"/>
          </a:ln>
        </p:spPr>
      </p:sp>
      <p:sp>
        <p:nvSpPr>
          <p:cNvPr id="54" name="reference-2-text">
            <a:extLst>
              <a:ext uri="{FF2B5EF4-FFF2-40B4-BE49-F238E27FC236}">
                <a16:creationId xmlns:a16="http://schemas.microsoft.com/office/drawing/2014/main" id="{A5F1F2F7-B8A6-48E2-9094-6C2590E3E11A}"/>
              </a:ext>
            </a:extLst>
          </p:cNvPr>
          <p:cNvSpPr>
            <a:spLocks noGrp="1"/>
          </p:cNvSpPr>
          <p:nvPr/>
        </p:nvSpPr>
        <p:spPr>
          <a:xfrm>
            <a:off x="9429750" y="7191375"/>
            <a:ext cx="476250" cy="571500"/>
          </a:xfrm>
          <a:prstGeom prst="rect">
            <a:avLst/>
          </a:prstGeom>
          <a:noFill/>
          <a:ln w="0">
            <a:noFill/>
          </a:ln>
        </p:spPr>
        <p:txBody>
          <a:bodyPr wrap="none" lIns="0" tIns="0" rIns="0" bIns="0" anchor="ctr">
            <a:noAutofit/>
          </a:bodyPr>
          <a:lstStyle>
            <a:defPPr algn="ctr">
              <a:defRPr sz="2025" b="0">
                <a:solidFill>
                  <a:srgbClr val="222222"/>
                </a:solidFill>
                <a:latin typeface="Noto Sans CJK SC"/>
                <a:ea typeface="Noto Sans CJK SC"/>
                <a:cs typeface="Noto Sans CJK SC"/>
              </a:defRPr>
            </a:defPPr>
            <a:lvl1pPr algn="ctr">
              <a:defRPr sz="2025" b="0">
                <a:solidFill>
                  <a:srgbClr val="222222"/>
                </a:solidFill>
                <a:latin typeface="Noto Sans CJK SC"/>
                <a:ea typeface="Noto Sans CJK SC"/>
                <a:cs typeface="Noto Sans CJK SC"/>
              </a:defRPr>
            </a:lvl1pPr>
            <a:lvl2pPr algn="ctr">
              <a:defRPr sz="2025" b="0">
                <a:solidFill>
                  <a:srgbClr val="222222"/>
                </a:solidFill>
                <a:latin typeface="Noto Sans CJK SC"/>
                <a:ea typeface="Noto Sans CJK SC"/>
                <a:cs typeface="Noto Sans CJK SC"/>
              </a:defRPr>
            </a:lvl2pPr>
            <a:lvl3pPr algn="ctr">
              <a:defRPr sz="2025" b="0">
                <a:solidFill>
                  <a:srgbClr val="222222"/>
                </a:solidFill>
                <a:latin typeface="Noto Sans CJK SC"/>
                <a:ea typeface="Noto Sans CJK SC"/>
                <a:cs typeface="Noto Sans CJK SC"/>
              </a:defRPr>
            </a:lvl3pPr>
            <a:lvl4pPr algn="ctr">
              <a:defRPr sz="2025" b="0">
                <a:solidFill>
                  <a:srgbClr val="222222"/>
                </a:solidFill>
                <a:latin typeface="Noto Sans CJK SC"/>
                <a:ea typeface="Noto Sans CJK SC"/>
                <a:cs typeface="Noto Sans CJK SC"/>
              </a:defRPr>
            </a:lvl4pPr>
            <a:lvl5pPr algn="ctr">
              <a:defRPr sz="2025" b="0">
                <a:solidFill>
                  <a:srgbClr val="222222"/>
                </a:solidFill>
                <a:latin typeface="Noto Sans CJK SC"/>
                <a:ea typeface="Noto Sans CJK SC"/>
                <a:cs typeface="Noto Sans CJK SC"/>
              </a:defRPr>
            </a:lvl5pPr>
            <a:lvl6pPr algn="ctr">
              <a:defRPr sz="2025" b="0">
                <a:solidFill>
                  <a:srgbClr val="222222"/>
                </a:solidFill>
                <a:latin typeface="Noto Sans CJK SC"/>
                <a:ea typeface="Noto Sans CJK SC"/>
                <a:cs typeface="Noto Sans CJK SC"/>
              </a:defRPr>
            </a:lvl6pPr>
            <a:lvl7pPr algn="ctr">
              <a:defRPr sz="2025" b="0">
                <a:solidFill>
                  <a:srgbClr val="222222"/>
                </a:solidFill>
                <a:latin typeface="Noto Sans CJK SC"/>
                <a:ea typeface="Noto Sans CJK SC"/>
                <a:cs typeface="Noto Sans CJK SC"/>
              </a:defRPr>
            </a:lvl7pPr>
            <a:lvl8pPr algn="ctr">
              <a:defRPr sz="2025" b="0">
                <a:solidFill>
                  <a:srgbClr val="222222"/>
                </a:solidFill>
                <a:latin typeface="Noto Sans CJK SC"/>
                <a:ea typeface="Noto Sans CJK SC"/>
                <a:cs typeface="Noto Sans CJK SC"/>
              </a:defRPr>
            </a:lvl8pPr>
            <a:lvl9pPr algn="ctr">
              <a:defRPr sz="2025" b="0">
                <a:solidFill>
                  <a:srgbClr val="222222"/>
                </a:solidFill>
                <a:latin typeface="Noto Sans CJK SC"/>
                <a:ea typeface="Noto Sans CJK SC"/>
                <a:cs typeface="Noto Sans CJK SC"/>
              </a:defRPr>
            </a:lvl9pPr>
          </a:lstStyle>
          <a:p>
            <a:pPr algn="ctr">
              <a:defRPr sz="2025" b="0">
                <a:solidFill>
                  <a:srgbClr val="222222"/>
                </a:solidFill>
                <a:latin typeface="Noto Sans CJK SC"/>
                <a:ea typeface="Noto Sans CJK SC"/>
                <a:cs typeface="Noto Sans CJK SC"/>
              </a:defRPr>
            </a:pPr>
            <a:r>
              <a:rPr sz="2025" b="0">
                <a:solidFill>
                  <a:srgbClr val="222222"/>
                </a:solidFill>
                <a:latin typeface="Noto Sans CJK SC"/>
                <a:ea typeface="Noto Sans CJK SC"/>
                <a:cs typeface="Noto Sans CJK SC"/>
              </a:rPr>
              <a:t>观察</a:t>
            </a:r>
          </a:p>
        </p:txBody>
      </p:sp>
      <p:cxnSp>
        <p:nvCxnSpPr>
          <p:cNvPr id="55" name="reference-flow1">
            <a:extLst>
              <a:ext uri="{FF2B5EF4-FFF2-40B4-BE49-F238E27FC236}">
                <a16:creationId xmlns:a16="http://schemas.microsoft.com/office/drawing/2014/main" id="{85ED8185-D7B0-4BEF-AF38-84A14DB9FA6A}"/>
              </a:ext>
            </a:extLst>
          </p:cNvPr>
          <p:cNvCxnSpPr/>
          <p:nvPr/>
        </p:nvCxnSpPr>
        <p:spPr>
          <a:xfrm flipH="0" flipV="0">
            <a:off x="8191500" y="7477125"/>
            <a:ext cx="238125" cy="0"/>
          </a:xfrm>
          <a:prstGeom prst="straightConnector1">
            <a:avLst/>
          </a:prstGeom>
          <a:ln w="20955">
            <a:solidFill>
              <a:srgbClr val="AC6A37"/>
            </a:solidFill>
            <a:prstDash val="solid"/>
            <a:tailEnd type="triangle" w="med" len="med"/>
          </a:ln>
        </p:spPr>
      </p:cxnSp>
      <p:cxnSp>
        <p:nvCxnSpPr>
          <p:cNvPr id="56" name="reference-flow2">
            <a:extLst>
              <a:ext uri="{FF2B5EF4-FFF2-40B4-BE49-F238E27FC236}">
                <a16:creationId xmlns:a16="http://schemas.microsoft.com/office/drawing/2014/main" id="{FF338CAE-03A9-4CFB-ABC5-C25A438FEF7B}"/>
              </a:ext>
            </a:extLst>
          </p:cNvPr>
          <p:cNvCxnSpPr/>
          <p:nvPr/>
        </p:nvCxnSpPr>
        <p:spPr>
          <a:xfrm flipH="0" flipV="0">
            <a:off x="9096375" y="7477125"/>
            <a:ext cx="238125" cy="0"/>
          </a:xfrm>
          <a:prstGeom prst="straightConnector1">
            <a:avLst/>
          </a:prstGeom>
          <a:ln w="20955">
            <a:solidFill>
              <a:srgbClr val="AC6A37"/>
            </a:solidFill>
            <a:prstDash val="solid"/>
            <a:tailEnd type="triangle" w="med" len="med"/>
          </a:ln>
        </p:spPr>
      </p:cxnSp>
      <p:cxnSp>
        <p:nvCxnSpPr>
          <p:cNvPr id="57" name="reference-feedback-down">
            <a:extLst>
              <a:ext uri="{FF2B5EF4-FFF2-40B4-BE49-F238E27FC236}">
                <a16:creationId xmlns:a16="http://schemas.microsoft.com/office/drawing/2014/main" id="{2E8EE214-3ADE-48C2-941D-8E5AB3F978C5}"/>
              </a:ext>
            </a:extLst>
          </p:cNvPr>
          <p:cNvCxnSpPr/>
          <p:nvPr/>
        </p:nvCxnSpPr>
        <p:spPr>
          <a:xfrm flipH="0" flipV="0">
            <a:off x="9667875" y="7810500"/>
            <a:ext cx="0" cy="285750"/>
          </a:xfrm>
          <a:prstGeom prst="straightConnector1">
            <a:avLst/>
          </a:prstGeom>
          <a:ln w="20955">
            <a:solidFill>
              <a:srgbClr val="AC6A37"/>
            </a:solidFill>
            <a:prstDash val="solid"/>
            <a:tailEnd type="none" w="med" len="med"/>
          </a:ln>
        </p:spPr>
      </p:cxnSp>
      <p:cxnSp>
        <p:nvCxnSpPr>
          <p:cNvPr id="58" name="reference-feedback-left">
            <a:extLst>
              <a:ext uri="{FF2B5EF4-FFF2-40B4-BE49-F238E27FC236}">
                <a16:creationId xmlns:a16="http://schemas.microsoft.com/office/drawing/2014/main" id="{CEB8D772-9A9D-4E32-9F3E-4C12207BE8D6}"/>
              </a:ext>
            </a:extLst>
          </p:cNvPr>
          <p:cNvCxnSpPr/>
          <p:nvPr/>
        </p:nvCxnSpPr>
        <p:spPr>
          <a:xfrm flipH="1" flipV="0">
            <a:off x="7858125" y="8096250"/>
            <a:ext cx="1809750" cy="0"/>
          </a:xfrm>
          <a:prstGeom prst="straightConnector1">
            <a:avLst/>
          </a:prstGeom>
          <a:ln w="20955">
            <a:solidFill>
              <a:srgbClr val="AC6A37"/>
            </a:solidFill>
            <a:prstDash val="solid"/>
            <a:tailEnd type="none" w="med" len="med"/>
          </a:ln>
        </p:spPr>
      </p:cxnSp>
      <p:cxnSp>
        <p:nvCxnSpPr>
          <p:cNvPr id="59" name="reference-feedback-up">
            <a:extLst>
              <a:ext uri="{FF2B5EF4-FFF2-40B4-BE49-F238E27FC236}">
                <a16:creationId xmlns:a16="http://schemas.microsoft.com/office/drawing/2014/main" id="{82A60AEE-2671-4BD6-AAED-68F2E3F6C4DF}"/>
              </a:ext>
            </a:extLst>
          </p:cNvPr>
          <p:cNvCxnSpPr/>
          <p:nvPr/>
        </p:nvCxnSpPr>
        <p:spPr>
          <a:xfrm flipH="0" flipV="1">
            <a:off x="7858125" y="7810500"/>
            <a:ext cx="0" cy="285750"/>
          </a:xfrm>
          <a:prstGeom prst="straightConnector1">
            <a:avLst/>
          </a:prstGeom>
          <a:ln w="20955">
            <a:solidFill>
              <a:srgbClr val="AC6A37"/>
            </a:solidFill>
            <a:prstDash val="solid"/>
            <a:tailEnd type="triangle" w="med" len="med"/>
          </a:ln>
        </p:spPr>
      </p:cxnSp>
      <p:sp>
        <p:nvSpPr>
          <p:cNvPr id="60" name="candidate-example">
            <a:extLst>
              <a:ext uri="{FF2B5EF4-FFF2-40B4-BE49-F238E27FC236}">
                <a16:creationId xmlns:a16="http://schemas.microsoft.com/office/drawing/2014/main" id="{C11E8860-D94D-410B-9D60-1872AFF96E36}"/>
              </a:ext>
            </a:extLst>
          </p:cNvPr>
          <p:cNvSpPr>
            <a:spLocks noGrp="1"/>
          </p:cNvSpPr>
          <p:nvPr/>
        </p:nvSpPr>
        <p:spPr>
          <a:xfrm>
            <a:off x="7524750" y="5286375"/>
            <a:ext cx="2476500" cy="381000"/>
          </a:xfrm>
          <a:prstGeom prst="rect">
            <a:avLst/>
          </a:prstGeom>
          <a:noFill/>
          <a:ln w="0">
            <a:noFill/>
          </a:ln>
        </p:spPr>
        <p:txBody>
          <a:bodyPr wrap="none" lIns="0" tIns="0" rIns="0" bIns="0" anchor="ctr">
            <a:noAutofit/>
          </a:bodyPr>
          <a:lstStyle>
            <a:defPPr algn="ctr">
              <a:defRPr sz="2175" b="0">
                <a:solidFill>
                  <a:srgbClr val="427568"/>
                </a:solidFill>
                <a:latin typeface="Noto Sans CJK SC"/>
                <a:ea typeface="Noto Sans CJK SC"/>
                <a:cs typeface="Noto Sans CJK SC"/>
              </a:defRPr>
            </a:defPPr>
            <a:lvl1pPr algn="ctr">
              <a:defRPr sz="2175" b="0">
                <a:solidFill>
                  <a:srgbClr val="427568"/>
                </a:solidFill>
                <a:latin typeface="Noto Sans CJK SC"/>
                <a:ea typeface="Noto Sans CJK SC"/>
                <a:cs typeface="Noto Sans CJK SC"/>
              </a:defRPr>
            </a:lvl1pPr>
            <a:lvl2pPr algn="ctr">
              <a:defRPr sz="2175" b="0">
                <a:solidFill>
                  <a:srgbClr val="427568"/>
                </a:solidFill>
                <a:latin typeface="Noto Sans CJK SC"/>
                <a:ea typeface="Noto Sans CJK SC"/>
                <a:cs typeface="Noto Sans CJK SC"/>
              </a:defRPr>
            </a:lvl2pPr>
            <a:lvl3pPr algn="ctr">
              <a:defRPr sz="2175" b="0">
                <a:solidFill>
                  <a:srgbClr val="427568"/>
                </a:solidFill>
                <a:latin typeface="Noto Sans CJK SC"/>
                <a:ea typeface="Noto Sans CJK SC"/>
                <a:cs typeface="Noto Sans CJK SC"/>
              </a:defRPr>
            </a:lvl3pPr>
            <a:lvl4pPr algn="ctr">
              <a:defRPr sz="2175" b="0">
                <a:solidFill>
                  <a:srgbClr val="427568"/>
                </a:solidFill>
                <a:latin typeface="Noto Sans CJK SC"/>
                <a:ea typeface="Noto Sans CJK SC"/>
                <a:cs typeface="Noto Sans CJK SC"/>
              </a:defRPr>
            </a:lvl4pPr>
            <a:lvl5pPr algn="ctr">
              <a:defRPr sz="2175" b="0">
                <a:solidFill>
                  <a:srgbClr val="427568"/>
                </a:solidFill>
                <a:latin typeface="Noto Sans CJK SC"/>
                <a:ea typeface="Noto Sans CJK SC"/>
                <a:cs typeface="Noto Sans CJK SC"/>
              </a:defRPr>
            </a:lvl5pPr>
            <a:lvl6pPr algn="ctr">
              <a:defRPr sz="2175" b="0">
                <a:solidFill>
                  <a:srgbClr val="427568"/>
                </a:solidFill>
                <a:latin typeface="Noto Sans CJK SC"/>
                <a:ea typeface="Noto Sans CJK SC"/>
                <a:cs typeface="Noto Sans CJK SC"/>
              </a:defRPr>
            </a:lvl6pPr>
            <a:lvl7pPr algn="ctr">
              <a:defRPr sz="2175" b="0">
                <a:solidFill>
                  <a:srgbClr val="427568"/>
                </a:solidFill>
                <a:latin typeface="Noto Sans CJK SC"/>
                <a:ea typeface="Noto Sans CJK SC"/>
                <a:cs typeface="Noto Sans CJK SC"/>
              </a:defRPr>
            </a:lvl7pPr>
            <a:lvl8pPr algn="ctr">
              <a:defRPr sz="2175" b="0">
                <a:solidFill>
                  <a:srgbClr val="427568"/>
                </a:solidFill>
                <a:latin typeface="Noto Sans CJK SC"/>
                <a:ea typeface="Noto Sans CJK SC"/>
                <a:cs typeface="Noto Sans CJK SC"/>
              </a:defRPr>
            </a:lvl8pPr>
            <a:lvl9pPr algn="ctr">
              <a:defRPr sz="2175" b="0">
                <a:solidFill>
                  <a:srgbClr val="427568"/>
                </a:solidFill>
                <a:latin typeface="Noto Sans CJK SC"/>
                <a:ea typeface="Noto Sans CJK SC"/>
                <a:cs typeface="Noto Sans CJK SC"/>
              </a:defRPr>
            </a:lvl9pPr>
          </a:lstStyle>
          <a:p>
            <a:pPr algn="ctr">
              <a:defRPr sz="2175" b="0">
                <a:solidFill>
                  <a:srgbClr val="427568"/>
                </a:solidFill>
                <a:latin typeface="Noto Sans CJK SC"/>
                <a:ea typeface="Noto Sans CJK SC"/>
                <a:cs typeface="Noto Sans CJK SC"/>
              </a:defRPr>
            </a:pPr>
            <a:r>
              <a:rPr sz="2175" b="0">
                <a:solidFill>
                  <a:srgbClr val="427568"/>
                </a:solidFill>
                <a:latin typeface="Noto Sans CJK SC"/>
                <a:ea typeface="Noto Sans CJK SC"/>
                <a:cs typeface="Noto Sans CJK SC"/>
              </a:rPr>
              <a:t>可能重试当前步</a:t>
            </a:r>
          </a:p>
        </p:txBody>
      </p:sp>
      <p:sp>
        <p:nvSpPr>
          <p:cNvPr id="61" name="reference-example">
            <a:extLst>
              <a:ext uri="{FF2B5EF4-FFF2-40B4-BE49-F238E27FC236}">
                <a16:creationId xmlns:a16="http://schemas.microsoft.com/office/drawing/2014/main" id="{1C833681-C2BE-458C-AFE2-2B50FD1F4B91}"/>
              </a:ext>
            </a:extLst>
          </p:cNvPr>
          <p:cNvSpPr>
            <a:spLocks noGrp="1"/>
          </p:cNvSpPr>
          <p:nvPr/>
        </p:nvSpPr>
        <p:spPr>
          <a:xfrm>
            <a:off x="7524750" y="8429625"/>
            <a:ext cx="2476500" cy="381000"/>
          </a:xfrm>
          <a:prstGeom prst="rect">
            <a:avLst/>
          </a:prstGeom>
          <a:noFill/>
          <a:ln w="0">
            <a:noFill/>
          </a:ln>
        </p:spPr>
        <p:txBody>
          <a:bodyPr wrap="none" lIns="0" tIns="0" rIns="0" bIns="0" anchor="ctr">
            <a:noAutofit/>
          </a:bodyPr>
          <a:lstStyle>
            <a:defPPr algn="ctr">
              <a:defRPr sz="2175" b="0">
                <a:solidFill>
                  <a:srgbClr val="AC6A37"/>
                </a:solidFill>
                <a:latin typeface="Noto Sans CJK SC"/>
                <a:ea typeface="Noto Sans CJK SC"/>
                <a:cs typeface="Noto Sans CJK SC"/>
              </a:defRPr>
            </a:defPPr>
            <a:lvl1pPr algn="ctr">
              <a:defRPr sz="2175" b="0">
                <a:solidFill>
                  <a:srgbClr val="AC6A37"/>
                </a:solidFill>
                <a:latin typeface="Noto Sans CJK SC"/>
                <a:ea typeface="Noto Sans CJK SC"/>
                <a:cs typeface="Noto Sans CJK SC"/>
              </a:defRPr>
            </a:lvl1pPr>
            <a:lvl2pPr algn="ctr">
              <a:defRPr sz="2175" b="0">
                <a:solidFill>
                  <a:srgbClr val="AC6A37"/>
                </a:solidFill>
                <a:latin typeface="Noto Sans CJK SC"/>
                <a:ea typeface="Noto Sans CJK SC"/>
                <a:cs typeface="Noto Sans CJK SC"/>
              </a:defRPr>
            </a:lvl2pPr>
            <a:lvl3pPr algn="ctr">
              <a:defRPr sz="2175" b="0">
                <a:solidFill>
                  <a:srgbClr val="AC6A37"/>
                </a:solidFill>
                <a:latin typeface="Noto Sans CJK SC"/>
                <a:ea typeface="Noto Sans CJK SC"/>
                <a:cs typeface="Noto Sans CJK SC"/>
              </a:defRPr>
            </a:lvl3pPr>
            <a:lvl4pPr algn="ctr">
              <a:defRPr sz="2175" b="0">
                <a:solidFill>
                  <a:srgbClr val="AC6A37"/>
                </a:solidFill>
                <a:latin typeface="Noto Sans CJK SC"/>
                <a:ea typeface="Noto Sans CJK SC"/>
                <a:cs typeface="Noto Sans CJK SC"/>
              </a:defRPr>
            </a:lvl4pPr>
            <a:lvl5pPr algn="ctr">
              <a:defRPr sz="2175" b="0">
                <a:solidFill>
                  <a:srgbClr val="AC6A37"/>
                </a:solidFill>
                <a:latin typeface="Noto Sans CJK SC"/>
                <a:ea typeface="Noto Sans CJK SC"/>
                <a:cs typeface="Noto Sans CJK SC"/>
              </a:defRPr>
            </a:lvl5pPr>
            <a:lvl6pPr algn="ctr">
              <a:defRPr sz="2175" b="0">
                <a:solidFill>
                  <a:srgbClr val="AC6A37"/>
                </a:solidFill>
                <a:latin typeface="Noto Sans CJK SC"/>
                <a:ea typeface="Noto Sans CJK SC"/>
                <a:cs typeface="Noto Sans CJK SC"/>
              </a:defRPr>
            </a:lvl6pPr>
            <a:lvl7pPr algn="ctr">
              <a:defRPr sz="2175" b="0">
                <a:solidFill>
                  <a:srgbClr val="AC6A37"/>
                </a:solidFill>
                <a:latin typeface="Noto Sans CJK SC"/>
                <a:ea typeface="Noto Sans CJK SC"/>
                <a:cs typeface="Noto Sans CJK SC"/>
              </a:defRPr>
            </a:lvl7pPr>
            <a:lvl8pPr algn="ctr">
              <a:defRPr sz="2175" b="0">
                <a:solidFill>
                  <a:srgbClr val="AC6A37"/>
                </a:solidFill>
                <a:latin typeface="Noto Sans CJK SC"/>
                <a:ea typeface="Noto Sans CJK SC"/>
                <a:cs typeface="Noto Sans CJK SC"/>
              </a:defRPr>
            </a:lvl8pPr>
            <a:lvl9pPr algn="ctr">
              <a:defRPr sz="2175" b="0">
                <a:solidFill>
                  <a:srgbClr val="AC6A37"/>
                </a:solidFill>
                <a:latin typeface="Noto Sans CJK SC"/>
                <a:ea typeface="Noto Sans CJK SC"/>
                <a:cs typeface="Noto Sans CJK SC"/>
              </a:defRPr>
            </a:lvl9pPr>
          </a:lstStyle>
          <a:p>
            <a:pPr algn="ctr">
              <a:defRPr sz="2175" b="0">
                <a:solidFill>
                  <a:srgbClr val="AC6A37"/>
                </a:solidFill>
                <a:latin typeface="Noto Sans CJK SC"/>
                <a:ea typeface="Noto Sans CJK SC"/>
                <a:cs typeface="Noto Sans CJK SC"/>
              </a:defRPr>
            </a:pPr>
            <a:r>
              <a:rPr sz="2175" b="0">
                <a:solidFill>
                  <a:srgbClr val="AC6A37"/>
                </a:solidFill>
                <a:latin typeface="Noto Sans CJK SC"/>
                <a:ea typeface="Noto Sans CJK SC"/>
                <a:cs typeface="Noto Sans CJK SC"/>
              </a:rPr>
              <a:t>可能继续下一步</a:t>
            </a:r>
          </a:p>
        </p:txBody>
      </p:sp>
      <p:sp>
        <p:nvSpPr>
          <p:cNvPr id="62" name="branch-boundary">
            <a:extLst>
              <a:ext uri="{FF2B5EF4-FFF2-40B4-BE49-F238E27FC236}">
                <a16:creationId xmlns:a16="http://schemas.microsoft.com/office/drawing/2014/main" id="{FEE14E6B-44AD-4094-9F05-19678EBDA2B0}"/>
              </a:ext>
            </a:extLst>
          </p:cNvPr>
          <p:cNvSpPr>
            <a:spLocks noGrp="1"/>
          </p:cNvSpPr>
          <p:nvPr/>
        </p:nvSpPr>
        <p:spPr>
          <a:xfrm>
            <a:off x="4762500" y="9201150"/>
            <a:ext cx="5429250" cy="381000"/>
          </a:xfrm>
          <a:prstGeom prst="rect">
            <a:avLst/>
          </a:prstGeom>
          <a:noFill/>
          <a:ln w="0">
            <a:noFill/>
          </a:ln>
        </p:spPr>
        <p:txBody>
          <a:bodyPr wrap="none" lIns="0" tIns="0" rIns="0" bIns="0" anchor="ctr">
            <a:noAutofit/>
          </a:bodyPr>
          <a:lstStyle>
            <a:defPPr algn="ctr">
              <a:defRPr sz="2175" b="0">
                <a:solidFill>
                  <a:srgbClr val="64686C"/>
                </a:solidFill>
                <a:latin typeface="Noto Sans CJK SC"/>
                <a:ea typeface="Noto Sans CJK SC"/>
                <a:cs typeface="Noto Sans CJK SC"/>
              </a:defRPr>
            </a:defPPr>
            <a:lvl1pPr algn="ctr">
              <a:defRPr sz="2175" b="0">
                <a:solidFill>
                  <a:srgbClr val="64686C"/>
                </a:solidFill>
                <a:latin typeface="Noto Sans CJK SC"/>
                <a:ea typeface="Noto Sans CJK SC"/>
                <a:cs typeface="Noto Sans CJK SC"/>
              </a:defRPr>
            </a:lvl1pPr>
            <a:lvl2pPr algn="ctr">
              <a:defRPr sz="2175" b="0">
                <a:solidFill>
                  <a:srgbClr val="64686C"/>
                </a:solidFill>
                <a:latin typeface="Noto Sans CJK SC"/>
                <a:ea typeface="Noto Sans CJK SC"/>
                <a:cs typeface="Noto Sans CJK SC"/>
              </a:defRPr>
            </a:lvl2pPr>
            <a:lvl3pPr algn="ctr">
              <a:defRPr sz="2175" b="0">
                <a:solidFill>
                  <a:srgbClr val="64686C"/>
                </a:solidFill>
                <a:latin typeface="Noto Sans CJK SC"/>
                <a:ea typeface="Noto Sans CJK SC"/>
                <a:cs typeface="Noto Sans CJK SC"/>
              </a:defRPr>
            </a:lvl3pPr>
            <a:lvl4pPr algn="ctr">
              <a:defRPr sz="2175" b="0">
                <a:solidFill>
                  <a:srgbClr val="64686C"/>
                </a:solidFill>
                <a:latin typeface="Noto Sans CJK SC"/>
                <a:ea typeface="Noto Sans CJK SC"/>
                <a:cs typeface="Noto Sans CJK SC"/>
              </a:defRPr>
            </a:lvl4pPr>
            <a:lvl5pPr algn="ctr">
              <a:defRPr sz="2175" b="0">
                <a:solidFill>
                  <a:srgbClr val="64686C"/>
                </a:solidFill>
                <a:latin typeface="Noto Sans CJK SC"/>
                <a:ea typeface="Noto Sans CJK SC"/>
                <a:cs typeface="Noto Sans CJK SC"/>
              </a:defRPr>
            </a:lvl5pPr>
            <a:lvl6pPr algn="ctr">
              <a:defRPr sz="2175" b="0">
                <a:solidFill>
                  <a:srgbClr val="64686C"/>
                </a:solidFill>
                <a:latin typeface="Noto Sans CJK SC"/>
                <a:ea typeface="Noto Sans CJK SC"/>
                <a:cs typeface="Noto Sans CJK SC"/>
              </a:defRPr>
            </a:lvl6pPr>
            <a:lvl7pPr algn="ctr">
              <a:defRPr sz="2175" b="0">
                <a:solidFill>
                  <a:srgbClr val="64686C"/>
                </a:solidFill>
                <a:latin typeface="Noto Sans CJK SC"/>
                <a:ea typeface="Noto Sans CJK SC"/>
                <a:cs typeface="Noto Sans CJK SC"/>
              </a:defRPr>
            </a:lvl7pPr>
            <a:lvl8pPr algn="ctr">
              <a:defRPr sz="2175" b="0">
                <a:solidFill>
                  <a:srgbClr val="64686C"/>
                </a:solidFill>
                <a:latin typeface="Noto Sans CJK SC"/>
                <a:ea typeface="Noto Sans CJK SC"/>
                <a:cs typeface="Noto Sans CJK SC"/>
              </a:defRPr>
            </a:lvl8pPr>
            <a:lvl9pPr algn="ctr">
              <a:defRPr sz="2175" b="0">
                <a:solidFill>
                  <a:srgbClr val="64686C"/>
                </a:solidFill>
                <a:latin typeface="Noto Sans CJK SC"/>
                <a:ea typeface="Noto Sans CJK SC"/>
                <a:cs typeface="Noto Sans CJK SC"/>
              </a:defRPr>
            </a:lvl9pPr>
          </a:lstStyle>
          <a:p>
            <a:pPr algn="ctr">
              <a:defRPr sz="2175" b="0">
                <a:solidFill>
                  <a:srgbClr val="64686C"/>
                </a:solidFill>
                <a:latin typeface="Noto Sans CJK SC"/>
                <a:ea typeface="Noto Sans CJK SC"/>
                <a:cs typeface="Noto Sans CJK SC"/>
              </a:defRPr>
            </a:pPr>
            <a:r>
              <a:rPr sz="2175" b="0">
                <a:solidFill>
                  <a:srgbClr val="64686C"/>
                </a:solidFill>
                <a:latin typeface="Noto Sans CJK SC"/>
                <a:ea typeface="Noto Sans CJK SC"/>
                <a:cs typeface="Noto Sans CJK SC"/>
              </a:rPr>
              <a:t>后续子任务与动作可以不同</a:t>
            </a:r>
          </a:p>
        </p:txBody>
      </p:sp>
      <p:sp>
        <p:nvSpPr>
          <p:cNvPr id="63" name="abstain-rule">
            <a:extLst>
              <a:ext uri="{FF2B5EF4-FFF2-40B4-BE49-F238E27FC236}">
                <a16:creationId xmlns:a16="http://schemas.microsoft.com/office/drawing/2014/main" id="{A4B061E9-E6B0-4D8A-A91B-7054A6D90647}"/>
              </a:ext>
            </a:extLst>
          </p:cNvPr>
          <p:cNvSpPr>
            <a:spLocks noGrp="1"/>
          </p:cNvSpPr>
          <p:nvPr/>
        </p:nvSpPr>
        <p:spPr>
          <a:xfrm>
            <a:off x="10668000" y="1447800"/>
            <a:ext cx="4095750" cy="381000"/>
          </a:xfrm>
          <a:prstGeom prst="rect">
            <a:avLst/>
          </a:prstGeom>
          <a:noFill/>
          <a:ln w="0">
            <a:noFill/>
          </a:ln>
        </p:spPr>
        <p:txBody>
          <a:bodyPr wrap="none" lIns="0" tIns="0" rIns="0" bIns="0" anchor="ctr">
            <a:noAutofit/>
          </a:bodyPr>
          <a:lstStyle>
            <a:defPPr algn="ctr">
              <a:defRPr sz="2175" b="0">
                <a:solidFill>
                  <a:srgbClr val="64686C"/>
                </a:solidFill>
                <a:latin typeface="Noto Sans CJK SC"/>
                <a:ea typeface="Noto Sans CJK SC"/>
                <a:cs typeface="Noto Sans CJK SC"/>
              </a:defRPr>
            </a:defPPr>
            <a:lvl1pPr algn="ctr">
              <a:defRPr sz="2175" b="0">
                <a:solidFill>
                  <a:srgbClr val="64686C"/>
                </a:solidFill>
                <a:latin typeface="Noto Sans CJK SC"/>
                <a:ea typeface="Noto Sans CJK SC"/>
                <a:cs typeface="Noto Sans CJK SC"/>
              </a:defRPr>
            </a:lvl1pPr>
            <a:lvl2pPr algn="ctr">
              <a:defRPr sz="2175" b="0">
                <a:solidFill>
                  <a:srgbClr val="64686C"/>
                </a:solidFill>
                <a:latin typeface="Noto Sans CJK SC"/>
                <a:ea typeface="Noto Sans CJK SC"/>
                <a:cs typeface="Noto Sans CJK SC"/>
              </a:defRPr>
            </a:lvl2pPr>
            <a:lvl3pPr algn="ctr">
              <a:defRPr sz="2175" b="0">
                <a:solidFill>
                  <a:srgbClr val="64686C"/>
                </a:solidFill>
                <a:latin typeface="Noto Sans CJK SC"/>
                <a:ea typeface="Noto Sans CJK SC"/>
                <a:cs typeface="Noto Sans CJK SC"/>
              </a:defRPr>
            </a:lvl3pPr>
            <a:lvl4pPr algn="ctr">
              <a:defRPr sz="2175" b="0">
                <a:solidFill>
                  <a:srgbClr val="64686C"/>
                </a:solidFill>
                <a:latin typeface="Noto Sans CJK SC"/>
                <a:ea typeface="Noto Sans CJK SC"/>
                <a:cs typeface="Noto Sans CJK SC"/>
              </a:defRPr>
            </a:lvl4pPr>
            <a:lvl5pPr algn="ctr">
              <a:defRPr sz="2175" b="0">
                <a:solidFill>
                  <a:srgbClr val="64686C"/>
                </a:solidFill>
                <a:latin typeface="Noto Sans CJK SC"/>
                <a:ea typeface="Noto Sans CJK SC"/>
                <a:cs typeface="Noto Sans CJK SC"/>
              </a:defRPr>
            </a:lvl5pPr>
            <a:lvl6pPr algn="ctr">
              <a:defRPr sz="2175" b="0">
                <a:solidFill>
                  <a:srgbClr val="64686C"/>
                </a:solidFill>
                <a:latin typeface="Noto Sans CJK SC"/>
                <a:ea typeface="Noto Sans CJK SC"/>
                <a:cs typeface="Noto Sans CJK SC"/>
              </a:defRPr>
            </a:lvl6pPr>
            <a:lvl7pPr algn="ctr">
              <a:defRPr sz="2175" b="0">
                <a:solidFill>
                  <a:srgbClr val="64686C"/>
                </a:solidFill>
                <a:latin typeface="Noto Sans CJK SC"/>
                <a:ea typeface="Noto Sans CJK SC"/>
                <a:cs typeface="Noto Sans CJK SC"/>
              </a:defRPr>
            </a:lvl7pPr>
            <a:lvl8pPr algn="ctr">
              <a:defRPr sz="2175" b="0">
                <a:solidFill>
                  <a:srgbClr val="64686C"/>
                </a:solidFill>
                <a:latin typeface="Noto Sans CJK SC"/>
                <a:ea typeface="Noto Sans CJK SC"/>
                <a:cs typeface="Noto Sans CJK SC"/>
              </a:defRPr>
            </a:lvl8pPr>
            <a:lvl9pPr algn="ctr">
              <a:defRPr sz="2175" b="0">
                <a:solidFill>
                  <a:srgbClr val="64686C"/>
                </a:solidFill>
                <a:latin typeface="Noto Sans CJK SC"/>
                <a:ea typeface="Noto Sans CJK SC"/>
                <a:cs typeface="Noto Sans CJK SC"/>
              </a:defRPr>
            </a:lvl9pPr>
          </a:lstStyle>
          <a:p>
            <a:pPr algn="ctr">
              <a:defRPr sz="2175" b="0">
                <a:solidFill>
                  <a:srgbClr val="64686C"/>
                </a:solidFill>
                <a:latin typeface="Noto Sans CJK SC"/>
                <a:ea typeface="Noto Sans CJK SC"/>
                <a:cs typeface="Noto Sans CJK SC"/>
              </a:defRPr>
            </a:pPr>
            <a:r>
              <a:rPr sz="2175" b="0">
                <a:solidFill>
                  <a:srgbClr val="64686C"/>
                </a:solidFill>
                <a:latin typeface="Noto Sans CJK SC"/>
                <a:ea typeface="Noto Sans CJK SC"/>
                <a:cs typeface="Noto Sans CJK SC"/>
              </a:rPr>
              <a:t>差异不明则弃权</a:t>
            </a:r>
          </a:p>
        </p:txBody>
      </p:sp>
      <p:cxnSp>
        <p:nvCxnSpPr>
          <p:cNvPr id="64" name="candidate-return">
            <a:extLst>
              <a:ext uri="{FF2B5EF4-FFF2-40B4-BE49-F238E27FC236}">
                <a16:creationId xmlns:a16="http://schemas.microsoft.com/office/drawing/2014/main" id="{5993DCD8-8B0F-4923-8C3D-915AC38B7B4D}"/>
              </a:ext>
            </a:extLst>
          </p:cNvPr>
          <p:cNvCxnSpPr/>
          <p:nvPr/>
        </p:nvCxnSpPr>
        <p:spPr>
          <a:xfrm flipH="0" flipV="0">
            <a:off x="10001250" y="4333875"/>
            <a:ext cx="571500" cy="0"/>
          </a:xfrm>
          <a:prstGeom prst="straightConnector1">
            <a:avLst/>
          </a:prstGeom>
          <a:ln w="20955">
            <a:solidFill>
              <a:srgbClr val="427568"/>
            </a:solidFill>
            <a:prstDash val="solid"/>
            <a:tailEnd type="triangle" w="med" len="med"/>
          </a:ln>
        </p:spPr>
      </p:cxnSp>
      <p:cxnSp>
        <p:nvCxnSpPr>
          <p:cNvPr id="65" name="reference-return">
            <a:extLst>
              <a:ext uri="{FF2B5EF4-FFF2-40B4-BE49-F238E27FC236}">
                <a16:creationId xmlns:a16="http://schemas.microsoft.com/office/drawing/2014/main" id="{9D63A2A5-D4ED-4C93-8FAC-519C4B804F0D}"/>
              </a:ext>
            </a:extLst>
          </p:cNvPr>
          <p:cNvCxnSpPr/>
          <p:nvPr/>
        </p:nvCxnSpPr>
        <p:spPr>
          <a:xfrm flipH="0" flipV="0">
            <a:off x="10001250" y="7477125"/>
            <a:ext cx="571500" cy="0"/>
          </a:xfrm>
          <a:prstGeom prst="straightConnector1">
            <a:avLst/>
          </a:prstGeom>
          <a:ln w="20955">
            <a:solidFill>
              <a:srgbClr val="AC6A37"/>
            </a:solidFill>
            <a:prstDash val="solid"/>
            <a:tailEnd type="triangle" w="med" len="med"/>
          </a:ln>
        </p:spPr>
      </p:cxnSp>
      <p:sp>
        <p:nvSpPr>
          <p:cNvPr id="66" name="return-u">
            <a:extLst>
              <a:ext uri="{FF2B5EF4-FFF2-40B4-BE49-F238E27FC236}">
                <a16:creationId xmlns:a16="http://schemas.microsoft.com/office/drawing/2014/main" id="{BEE508F9-E72D-4AD8-B5F7-31C33EBA4656}"/>
              </a:ext>
            </a:extLst>
          </p:cNvPr>
          <p:cNvSpPr>
            <a:spLocks noGrp="1"/>
          </p:cNvSpPr>
          <p:nvPr/>
        </p:nvSpPr>
        <p:spPr>
          <a:xfrm>
            <a:off x="10572750" y="4048125"/>
            <a:ext cx="1571625" cy="571500"/>
          </a:xfrm>
          <a:prstGeom prst="rect">
            <a:avLst/>
          </a:prstGeom>
          <a:solidFill>
            <a:srgbClr val="EEF4F0"/>
          </a:solidFill>
          <a:ln w="17145">
            <a:solidFill>
              <a:srgbClr val="427568"/>
            </a:solidFill>
            <a:prstDash val="solid"/>
          </a:ln>
        </p:spPr>
      </p:sp>
      <p:sp>
        <p:nvSpPr>
          <p:cNvPr id="67" name="return-u-text">
            <a:extLst>
              <a:ext uri="{FF2B5EF4-FFF2-40B4-BE49-F238E27FC236}">
                <a16:creationId xmlns:a16="http://schemas.microsoft.com/office/drawing/2014/main" id="{D0E20D36-779E-43D9-877D-777C0374E9BC}"/>
              </a:ext>
            </a:extLst>
          </p:cNvPr>
          <p:cNvSpPr>
            <a:spLocks noGrp="1"/>
          </p:cNvSpPr>
          <p:nvPr/>
        </p:nvSpPr>
        <p:spPr>
          <a:xfrm>
            <a:off x="10668000" y="4095750"/>
            <a:ext cx="1381125" cy="476250"/>
          </a:xfrm>
          <a:prstGeom prst="rect">
            <a:avLst/>
          </a:prstGeom>
          <a:noFill/>
          <a:ln w="0">
            <a:noFill/>
          </a:ln>
        </p:spPr>
        <p:txBody>
          <a:bodyPr wrap="none" lIns="0" tIns="0" rIns="0" bIns="0" anchor="ctr">
            <a:noAutofit/>
          </a:bodyPr>
          <a:lstStyle>
            <a:defPPr algn="ctr">
              <a:defRPr sz="2400" b="0">
                <a:solidFill>
                  <a:srgbClr val="222222"/>
                </a:solidFill>
                <a:latin typeface="Noto Sans CJK SC"/>
                <a:ea typeface="Noto Sans CJK SC"/>
                <a:cs typeface="Noto Sans CJK SC"/>
              </a:defRPr>
            </a:defPPr>
            <a:lvl1pPr algn="ctr">
              <a:defRPr sz="2400" b="0">
                <a:solidFill>
                  <a:srgbClr val="222222"/>
                </a:solidFill>
                <a:latin typeface="Noto Sans CJK SC"/>
                <a:ea typeface="Noto Sans CJK SC"/>
                <a:cs typeface="Noto Sans CJK SC"/>
              </a:defRPr>
            </a:lvl1pPr>
            <a:lvl2pPr algn="ctr">
              <a:defRPr sz="2400" b="0">
                <a:solidFill>
                  <a:srgbClr val="222222"/>
                </a:solidFill>
                <a:latin typeface="Noto Sans CJK SC"/>
                <a:ea typeface="Noto Sans CJK SC"/>
                <a:cs typeface="Noto Sans CJK SC"/>
              </a:defRPr>
            </a:lvl2pPr>
            <a:lvl3pPr algn="ctr">
              <a:defRPr sz="2400" b="0">
                <a:solidFill>
                  <a:srgbClr val="222222"/>
                </a:solidFill>
                <a:latin typeface="Noto Sans CJK SC"/>
                <a:ea typeface="Noto Sans CJK SC"/>
                <a:cs typeface="Noto Sans CJK SC"/>
              </a:defRPr>
            </a:lvl3pPr>
            <a:lvl4pPr algn="ctr">
              <a:defRPr sz="2400" b="0">
                <a:solidFill>
                  <a:srgbClr val="222222"/>
                </a:solidFill>
                <a:latin typeface="Noto Sans CJK SC"/>
                <a:ea typeface="Noto Sans CJK SC"/>
                <a:cs typeface="Noto Sans CJK SC"/>
              </a:defRPr>
            </a:lvl4pPr>
            <a:lvl5pPr algn="ctr">
              <a:defRPr sz="2400" b="0">
                <a:solidFill>
                  <a:srgbClr val="222222"/>
                </a:solidFill>
                <a:latin typeface="Noto Sans CJK SC"/>
                <a:ea typeface="Noto Sans CJK SC"/>
                <a:cs typeface="Noto Sans CJK SC"/>
              </a:defRPr>
            </a:lvl5pPr>
            <a:lvl6pPr algn="ctr">
              <a:defRPr sz="2400" b="0">
                <a:solidFill>
                  <a:srgbClr val="222222"/>
                </a:solidFill>
                <a:latin typeface="Noto Sans CJK SC"/>
                <a:ea typeface="Noto Sans CJK SC"/>
                <a:cs typeface="Noto Sans CJK SC"/>
              </a:defRPr>
            </a:lvl6pPr>
            <a:lvl7pPr algn="ctr">
              <a:defRPr sz="2400" b="0">
                <a:solidFill>
                  <a:srgbClr val="222222"/>
                </a:solidFill>
                <a:latin typeface="Noto Sans CJK SC"/>
                <a:ea typeface="Noto Sans CJK SC"/>
                <a:cs typeface="Noto Sans CJK SC"/>
              </a:defRPr>
            </a:lvl7pPr>
            <a:lvl8pPr algn="ctr">
              <a:defRPr sz="2400" b="0">
                <a:solidFill>
                  <a:srgbClr val="222222"/>
                </a:solidFill>
                <a:latin typeface="Noto Sans CJK SC"/>
                <a:ea typeface="Noto Sans CJK SC"/>
                <a:cs typeface="Noto Sans CJK SC"/>
              </a:defRPr>
            </a:lvl8pPr>
            <a:lvl9pPr algn="ctr">
              <a:defRPr sz="2400" b="0">
                <a:solidFill>
                  <a:srgbClr val="222222"/>
                </a:solidFill>
                <a:latin typeface="Noto Sans CJK SC"/>
                <a:ea typeface="Noto Sans CJK SC"/>
                <a:cs typeface="Noto Sans CJK SC"/>
              </a:defRPr>
            </a:lvl9pPr>
          </a:lstStyle>
          <a:p>
            <a:pPr algn="ctr">
              <a:defRPr sz="2400" b="0">
                <a:solidFill>
                  <a:srgbClr val="222222"/>
                </a:solidFill>
                <a:latin typeface="Noto Sans CJK SC"/>
                <a:ea typeface="Noto Sans CJK SC"/>
                <a:cs typeface="Noto Sans CJK SC"/>
              </a:defRPr>
            </a:pPr>
            <a:r>
              <a:rPr sz="2400" b="0">
                <a:solidFill>
                  <a:srgbClr val="222222"/>
                </a:solidFill>
                <a:latin typeface="Noto Sans CJK SC"/>
                <a:ea typeface="Noto Sans CJK SC"/>
                <a:cs typeface="Noto Sans CJK SC"/>
              </a:rPr>
              <a:t>G(u)</a:t>
            </a:r>
          </a:p>
        </p:txBody>
      </p:sp>
      <p:sp>
        <p:nvSpPr>
          <p:cNvPr id="68" name="return-ref">
            <a:extLst>
              <a:ext uri="{FF2B5EF4-FFF2-40B4-BE49-F238E27FC236}">
                <a16:creationId xmlns:a16="http://schemas.microsoft.com/office/drawing/2014/main" id="{F9ABDB1D-E226-49B7-B7C2-3CBC556FD2B3}"/>
              </a:ext>
            </a:extLst>
          </p:cNvPr>
          <p:cNvSpPr>
            <a:spLocks noGrp="1"/>
          </p:cNvSpPr>
          <p:nvPr/>
        </p:nvSpPr>
        <p:spPr>
          <a:xfrm>
            <a:off x="10572750" y="7191375"/>
            <a:ext cx="1571625" cy="571500"/>
          </a:xfrm>
          <a:prstGeom prst="rect">
            <a:avLst/>
          </a:prstGeom>
          <a:solidFill>
            <a:srgbClr val="FAF0E7"/>
          </a:solidFill>
          <a:ln w="17145">
            <a:solidFill>
              <a:srgbClr val="AC6A37"/>
            </a:solidFill>
            <a:prstDash val="solid"/>
          </a:ln>
        </p:spPr>
      </p:sp>
      <p:sp>
        <p:nvSpPr>
          <p:cNvPr id="69" name="return-ref-text">
            <a:extLst>
              <a:ext uri="{FF2B5EF4-FFF2-40B4-BE49-F238E27FC236}">
                <a16:creationId xmlns:a16="http://schemas.microsoft.com/office/drawing/2014/main" id="{4459D3CB-9E12-4FAB-9D88-A5CA18C0E8CA}"/>
              </a:ext>
            </a:extLst>
          </p:cNvPr>
          <p:cNvSpPr>
            <a:spLocks noGrp="1"/>
          </p:cNvSpPr>
          <p:nvPr/>
        </p:nvSpPr>
        <p:spPr>
          <a:xfrm>
            <a:off x="10668000" y="7239000"/>
            <a:ext cx="1381125" cy="476250"/>
          </a:xfrm>
          <a:prstGeom prst="rect">
            <a:avLst/>
          </a:prstGeom>
          <a:noFill/>
          <a:ln w="0">
            <a:noFill/>
          </a:ln>
        </p:spPr>
        <p:txBody>
          <a:bodyPr wrap="none" lIns="0" tIns="0" rIns="0" bIns="0" anchor="ctr">
            <a:noAutofit/>
          </a:bodyPr>
          <a:lstStyle>
            <a:defPPr algn="ctr">
              <a:defRPr sz="2400" b="0">
                <a:solidFill>
                  <a:srgbClr val="222222"/>
                </a:solidFill>
                <a:latin typeface="Noto Sans CJK SC"/>
                <a:ea typeface="Noto Sans CJK SC"/>
                <a:cs typeface="Noto Sans CJK SC"/>
              </a:defRPr>
            </a:defPPr>
            <a:lvl1pPr algn="ctr">
              <a:defRPr sz="2400" b="0">
                <a:solidFill>
                  <a:srgbClr val="222222"/>
                </a:solidFill>
                <a:latin typeface="Noto Sans CJK SC"/>
                <a:ea typeface="Noto Sans CJK SC"/>
                <a:cs typeface="Noto Sans CJK SC"/>
              </a:defRPr>
            </a:lvl1pPr>
            <a:lvl2pPr algn="ctr">
              <a:defRPr sz="2400" b="0">
                <a:solidFill>
                  <a:srgbClr val="222222"/>
                </a:solidFill>
                <a:latin typeface="Noto Sans CJK SC"/>
                <a:ea typeface="Noto Sans CJK SC"/>
                <a:cs typeface="Noto Sans CJK SC"/>
              </a:defRPr>
            </a:lvl2pPr>
            <a:lvl3pPr algn="ctr">
              <a:defRPr sz="2400" b="0">
                <a:solidFill>
                  <a:srgbClr val="222222"/>
                </a:solidFill>
                <a:latin typeface="Noto Sans CJK SC"/>
                <a:ea typeface="Noto Sans CJK SC"/>
                <a:cs typeface="Noto Sans CJK SC"/>
              </a:defRPr>
            </a:lvl3pPr>
            <a:lvl4pPr algn="ctr">
              <a:defRPr sz="2400" b="0">
                <a:solidFill>
                  <a:srgbClr val="222222"/>
                </a:solidFill>
                <a:latin typeface="Noto Sans CJK SC"/>
                <a:ea typeface="Noto Sans CJK SC"/>
                <a:cs typeface="Noto Sans CJK SC"/>
              </a:defRPr>
            </a:lvl4pPr>
            <a:lvl5pPr algn="ctr">
              <a:defRPr sz="2400" b="0">
                <a:solidFill>
                  <a:srgbClr val="222222"/>
                </a:solidFill>
                <a:latin typeface="Noto Sans CJK SC"/>
                <a:ea typeface="Noto Sans CJK SC"/>
                <a:cs typeface="Noto Sans CJK SC"/>
              </a:defRPr>
            </a:lvl5pPr>
            <a:lvl6pPr algn="ctr">
              <a:defRPr sz="2400" b="0">
                <a:solidFill>
                  <a:srgbClr val="222222"/>
                </a:solidFill>
                <a:latin typeface="Noto Sans CJK SC"/>
                <a:ea typeface="Noto Sans CJK SC"/>
                <a:cs typeface="Noto Sans CJK SC"/>
              </a:defRPr>
            </a:lvl6pPr>
            <a:lvl7pPr algn="ctr">
              <a:defRPr sz="2400" b="0">
                <a:solidFill>
                  <a:srgbClr val="222222"/>
                </a:solidFill>
                <a:latin typeface="Noto Sans CJK SC"/>
                <a:ea typeface="Noto Sans CJK SC"/>
                <a:cs typeface="Noto Sans CJK SC"/>
              </a:defRPr>
            </a:lvl7pPr>
            <a:lvl8pPr algn="ctr">
              <a:defRPr sz="2400" b="0">
                <a:solidFill>
                  <a:srgbClr val="222222"/>
                </a:solidFill>
                <a:latin typeface="Noto Sans CJK SC"/>
                <a:ea typeface="Noto Sans CJK SC"/>
                <a:cs typeface="Noto Sans CJK SC"/>
              </a:defRPr>
            </a:lvl8pPr>
            <a:lvl9pPr algn="ctr">
              <a:defRPr sz="2400" b="0">
                <a:solidFill>
                  <a:srgbClr val="222222"/>
                </a:solidFill>
                <a:latin typeface="Noto Sans CJK SC"/>
                <a:ea typeface="Noto Sans CJK SC"/>
                <a:cs typeface="Noto Sans CJK SC"/>
              </a:defRPr>
            </a:lvl9pPr>
          </a:lstStyle>
          <a:p>
            <a:pPr algn="ctr">
              <a:defRPr sz="2400" b="0">
                <a:solidFill>
                  <a:srgbClr val="222222"/>
                </a:solidFill>
                <a:latin typeface="Noto Sans CJK SC"/>
                <a:ea typeface="Noto Sans CJK SC"/>
                <a:cs typeface="Noto Sans CJK SC"/>
              </a:defRPr>
            </a:pPr>
            <a:r>
              <a:rPr sz="2400" b="0">
                <a:solidFill>
                  <a:srgbClr val="222222"/>
                </a:solidFill>
                <a:latin typeface="Noto Sans CJK SC"/>
                <a:ea typeface="Noto Sans CJK SC"/>
                <a:cs typeface="Noto Sans CJK SC"/>
              </a:rPr>
              <a:t>G(u₀)</a:t>
            </a:r>
          </a:p>
        </p:txBody>
      </p:sp>
      <p:cxnSp>
        <p:nvCxnSpPr>
          <p:cNvPr id="70" name="candidate-to-merge">
            <a:extLst>
              <a:ext uri="{FF2B5EF4-FFF2-40B4-BE49-F238E27FC236}">
                <a16:creationId xmlns:a16="http://schemas.microsoft.com/office/drawing/2014/main" id="{0E2C9C89-E251-485A-B8E8-E5E5A9749679}"/>
              </a:ext>
            </a:extLst>
          </p:cNvPr>
          <p:cNvCxnSpPr/>
          <p:nvPr/>
        </p:nvCxnSpPr>
        <p:spPr>
          <a:xfrm flipH="0" flipV="0">
            <a:off x="12144375" y="4333875"/>
            <a:ext cx="190500" cy="0"/>
          </a:xfrm>
          <a:prstGeom prst="straightConnector1">
            <a:avLst/>
          </a:prstGeom>
          <a:ln w="20955">
            <a:solidFill>
              <a:srgbClr val="427568"/>
            </a:solidFill>
            <a:prstDash val="solid"/>
            <a:tailEnd type="none" w="med" len="med"/>
          </a:ln>
        </p:spPr>
      </p:cxnSp>
      <p:cxnSp>
        <p:nvCxnSpPr>
          <p:cNvPr id="71" name="reference-to-merge">
            <a:extLst>
              <a:ext uri="{FF2B5EF4-FFF2-40B4-BE49-F238E27FC236}">
                <a16:creationId xmlns:a16="http://schemas.microsoft.com/office/drawing/2014/main" id="{B6CB58C0-7D4F-42CD-BFD8-0AC30BDA655B}"/>
              </a:ext>
            </a:extLst>
          </p:cNvPr>
          <p:cNvCxnSpPr/>
          <p:nvPr/>
        </p:nvCxnSpPr>
        <p:spPr>
          <a:xfrm flipH="0" flipV="0">
            <a:off x="12144375" y="7477125"/>
            <a:ext cx="190500" cy="0"/>
          </a:xfrm>
          <a:prstGeom prst="straightConnector1">
            <a:avLst/>
          </a:prstGeom>
          <a:ln w="20955">
            <a:solidFill>
              <a:srgbClr val="AC6A37"/>
            </a:solidFill>
            <a:prstDash val="solid"/>
            <a:tailEnd type="none" w="med" len="med"/>
          </a:ln>
        </p:spPr>
      </p:cxnSp>
      <p:cxnSp>
        <p:nvCxnSpPr>
          <p:cNvPr id="72" name="return-merge">
            <a:extLst>
              <a:ext uri="{FF2B5EF4-FFF2-40B4-BE49-F238E27FC236}">
                <a16:creationId xmlns:a16="http://schemas.microsoft.com/office/drawing/2014/main" id="{76CC3CC9-A3E8-4223-907D-0D56AB74B8EC}"/>
              </a:ext>
            </a:extLst>
          </p:cNvPr>
          <p:cNvCxnSpPr/>
          <p:nvPr/>
        </p:nvCxnSpPr>
        <p:spPr>
          <a:xfrm flipH="0" flipV="0">
            <a:off x="12334875" y="4333875"/>
            <a:ext cx="0" cy="3143250"/>
          </a:xfrm>
          <a:prstGeom prst="straightConnector1">
            <a:avLst/>
          </a:prstGeom>
          <a:ln w="20955">
            <a:solidFill>
              <a:srgbClr val="64686C"/>
            </a:solidFill>
            <a:prstDash val="solid"/>
            <a:tailEnd type="none" w="med" len="med"/>
          </a:ln>
        </p:spPr>
      </p:cxnSp>
      <p:cxnSp>
        <p:nvCxnSpPr>
          <p:cNvPr id="73" name="return-to-estimator">
            <a:extLst>
              <a:ext uri="{FF2B5EF4-FFF2-40B4-BE49-F238E27FC236}">
                <a16:creationId xmlns:a16="http://schemas.microsoft.com/office/drawing/2014/main" id="{7108C475-8121-422F-9777-9AF05F0FDC61}"/>
              </a:ext>
            </a:extLst>
          </p:cNvPr>
          <p:cNvCxnSpPr/>
          <p:nvPr/>
        </p:nvCxnSpPr>
        <p:spPr>
          <a:xfrm flipH="0" flipV="0">
            <a:off x="12334875" y="6048375"/>
            <a:ext cx="238125" cy="0"/>
          </a:xfrm>
          <a:prstGeom prst="straightConnector1">
            <a:avLst/>
          </a:prstGeom>
          <a:ln w="20955">
            <a:solidFill>
              <a:srgbClr val="64686C"/>
            </a:solidFill>
            <a:prstDash val="solid"/>
            <a:tailEnd type="triangle" w="med" len="med"/>
          </a:ln>
        </p:spPr>
      </p:cxnSp>
      <p:sp>
        <p:nvSpPr>
          <p:cNvPr id="74" name="utility-estimator">
            <a:extLst>
              <a:ext uri="{FF2B5EF4-FFF2-40B4-BE49-F238E27FC236}">
                <a16:creationId xmlns:a16="http://schemas.microsoft.com/office/drawing/2014/main" id="{3AA36814-FD51-42A8-A27A-5E8173C7E44D}"/>
              </a:ext>
            </a:extLst>
          </p:cNvPr>
          <p:cNvSpPr>
            <a:spLocks noGrp="1"/>
          </p:cNvSpPr>
          <p:nvPr/>
        </p:nvSpPr>
        <p:spPr>
          <a:xfrm>
            <a:off x="12573000" y="5572125"/>
            <a:ext cx="2190750" cy="952500"/>
          </a:xfrm>
          <a:prstGeom prst="rect">
            <a:avLst/>
          </a:prstGeom>
          <a:solidFill>
            <a:srgbClr val="F4F5F5"/>
          </a:solidFill>
          <a:ln w="17145">
            <a:solidFill>
              <a:srgbClr val="A6AAAD"/>
            </a:solidFill>
            <a:prstDash val="solid"/>
          </a:ln>
        </p:spPr>
      </p:sp>
      <p:sp>
        <p:nvSpPr>
          <p:cNvPr id="75" name="utility-estimator-text">
            <a:extLst>
              <a:ext uri="{FF2B5EF4-FFF2-40B4-BE49-F238E27FC236}">
                <a16:creationId xmlns:a16="http://schemas.microsoft.com/office/drawing/2014/main" id="{DA9F7E77-331C-476C-B8E1-64DBAE17A4AB}"/>
              </a:ext>
            </a:extLst>
          </p:cNvPr>
          <p:cNvSpPr>
            <a:spLocks noGrp="1"/>
          </p:cNvSpPr>
          <p:nvPr/>
        </p:nvSpPr>
        <p:spPr>
          <a:xfrm>
            <a:off x="12668250" y="5619750"/>
            <a:ext cx="2000250" cy="857250"/>
          </a:xfrm>
          <a:prstGeom prst="rect">
            <a:avLst/>
          </a:prstGeom>
          <a:noFill/>
          <a:ln w="0">
            <a:noFill/>
          </a:ln>
        </p:spPr>
        <p:txBody>
          <a:bodyPr wrap="none" lIns="0" tIns="0" rIns="0" bIns="0" anchor="ctr">
            <a:noAutofit/>
          </a:bodyPr>
          <a:lstStyle>
            <a:defPPr algn="ctr">
              <a:defRPr sz="2325" b="0">
                <a:solidFill>
                  <a:srgbClr val="222222"/>
                </a:solidFill>
                <a:latin typeface="Noto Sans CJK SC"/>
                <a:ea typeface="Noto Sans CJK SC"/>
                <a:cs typeface="Noto Sans CJK SC"/>
              </a:defRPr>
            </a:defPPr>
            <a:lvl1pPr algn="ctr">
              <a:defRPr sz="2325" b="0">
                <a:solidFill>
                  <a:srgbClr val="222222"/>
                </a:solidFill>
                <a:latin typeface="Noto Sans CJK SC"/>
                <a:ea typeface="Noto Sans CJK SC"/>
                <a:cs typeface="Noto Sans CJK SC"/>
              </a:defRPr>
            </a:lvl1pPr>
            <a:lvl2pPr algn="ctr">
              <a:defRPr sz="2325" b="0">
                <a:solidFill>
                  <a:srgbClr val="222222"/>
                </a:solidFill>
                <a:latin typeface="Noto Sans CJK SC"/>
                <a:ea typeface="Noto Sans CJK SC"/>
                <a:cs typeface="Noto Sans CJK SC"/>
              </a:defRPr>
            </a:lvl2pPr>
            <a:lvl3pPr algn="ctr">
              <a:defRPr sz="2325" b="0">
                <a:solidFill>
                  <a:srgbClr val="222222"/>
                </a:solidFill>
                <a:latin typeface="Noto Sans CJK SC"/>
                <a:ea typeface="Noto Sans CJK SC"/>
                <a:cs typeface="Noto Sans CJK SC"/>
              </a:defRPr>
            </a:lvl3pPr>
            <a:lvl4pPr algn="ctr">
              <a:defRPr sz="2325" b="0">
                <a:solidFill>
                  <a:srgbClr val="222222"/>
                </a:solidFill>
                <a:latin typeface="Noto Sans CJK SC"/>
                <a:ea typeface="Noto Sans CJK SC"/>
                <a:cs typeface="Noto Sans CJK SC"/>
              </a:defRPr>
            </a:lvl4pPr>
            <a:lvl5pPr algn="ctr">
              <a:defRPr sz="2325" b="0">
                <a:solidFill>
                  <a:srgbClr val="222222"/>
                </a:solidFill>
                <a:latin typeface="Noto Sans CJK SC"/>
                <a:ea typeface="Noto Sans CJK SC"/>
                <a:cs typeface="Noto Sans CJK SC"/>
              </a:defRPr>
            </a:lvl5pPr>
            <a:lvl6pPr algn="ctr">
              <a:defRPr sz="2325" b="0">
                <a:solidFill>
                  <a:srgbClr val="222222"/>
                </a:solidFill>
                <a:latin typeface="Noto Sans CJK SC"/>
                <a:ea typeface="Noto Sans CJK SC"/>
                <a:cs typeface="Noto Sans CJK SC"/>
              </a:defRPr>
            </a:lvl6pPr>
            <a:lvl7pPr algn="ctr">
              <a:defRPr sz="2325" b="0">
                <a:solidFill>
                  <a:srgbClr val="222222"/>
                </a:solidFill>
                <a:latin typeface="Noto Sans CJK SC"/>
                <a:ea typeface="Noto Sans CJK SC"/>
                <a:cs typeface="Noto Sans CJK SC"/>
              </a:defRPr>
            </a:lvl7pPr>
            <a:lvl8pPr algn="ctr">
              <a:defRPr sz="2325" b="0">
                <a:solidFill>
                  <a:srgbClr val="222222"/>
                </a:solidFill>
                <a:latin typeface="Noto Sans CJK SC"/>
                <a:ea typeface="Noto Sans CJK SC"/>
                <a:cs typeface="Noto Sans CJK SC"/>
              </a:defRPr>
            </a:lvl8pPr>
            <a:lvl9pPr algn="ctr">
              <a:defRPr sz="2325" b="0">
                <a:solidFill>
                  <a:srgbClr val="222222"/>
                </a:solidFill>
                <a:latin typeface="Noto Sans CJK SC"/>
                <a:ea typeface="Noto Sans CJK SC"/>
                <a:cs typeface="Noto Sans CJK SC"/>
              </a:defRPr>
            </a:lvl9pPr>
          </a:lstStyle>
          <a:p>
            <a:pPr algn="ctr">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回报差</a:t>
            </a:r>
          </a:p>
          <a:p>
            <a:pPr algn="ctr">
              <a:defRPr sz="2325" b="0">
                <a:solidFill>
                  <a:srgbClr val="222222"/>
                </a:solidFill>
                <a:latin typeface="Noto Sans CJK SC"/>
                <a:ea typeface="Noto Sans CJK SC"/>
                <a:cs typeface="Noto Sans CJK SC"/>
              </a:defRPr>
            </a:pPr>
            <a:r>
              <a:rPr sz="2325" b="0">
                <a:solidFill>
                  <a:srgbClr val="222222"/>
                </a:solidFill>
                <a:latin typeface="Noto Sans CJK SC"/>
                <a:ea typeface="Noto Sans CJK SC"/>
                <a:cs typeface="Noto Sans CJK SC"/>
              </a:rPr>
              <a:t>不确定性</a:t>
            </a:r>
          </a:p>
        </p:txBody>
      </p:sp>
      <p:cxnSp>
        <p:nvCxnSpPr>
          <p:cNvPr id="76" name="trusted-to-preference">
            <a:extLst>
              <a:ext uri="{FF2B5EF4-FFF2-40B4-BE49-F238E27FC236}">
                <a16:creationId xmlns:a16="http://schemas.microsoft.com/office/drawing/2014/main" id="{2B7700F9-326C-4A5D-8BFB-AE2EEC621B32}"/>
              </a:ext>
            </a:extLst>
          </p:cNvPr>
          <p:cNvCxnSpPr/>
          <p:nvPr/>
        </p:nvCxnSpPr>
        <p:spPr>
          <a:xfrm flipH="0" flipV="0">
            <a:off x="13668375" y="6524625"/>
            <a:ext cx="0" cy="1905000"/>
          </a:xfrm>
          <a:prstGeom prst="straightConnector1">
            <a:avLst/>
          </a:prstGeom>
          <a:ln w="20955">
            <a:solidFill>
              <a:srgbClr val="64686C"/>
            </a:solidFill>
            <a:prstDash val="solid"/>
            <a:tailEnd type="triangle" w="med" len="med"/>
          </a:ln>
        </p:spPr>
      </p:cxnSp>
      <p:sp>
        <p:nvSpPr>
          <p:cNvPr id="77" name="trusted-only">
            <a:extLst>
              <a:ext uri="{FF2B5EF4-FFF2-40B4-BE49-F238E27FC236}">
                <a16:creationId xmlns:a16="http://schemas.microsoft.com/office/drawing/2014/main" id="{A10DFFA2-5A47-451E-9376-9DBB4213F507}"/>
              </a:ext>
            </a:extLst>
          </p:cNvPr>
          <p:cNvSpPr>
            <a:spLocks noGrp="1"/>
          </p:cNvSpPr>
          <p:nvPr/>
        </p:nvSpPr>
        <p:spPr>
          <a:xfrm>
            <a:off x="13811250" y="7591425"/>
            <a:ext cx="904875" cy="342900"/>
          </a:xfrm>
          <a:prstGeom prst="rect">
            <a:avLst/>
          </a:prstGeom>
          <a:noFill/>
          <a:ln w="0">
            <a:noFill/>
          </a:ln>
        </p:spPr>
        <p:txBody>
          <a:bodyPr wrap="none" lIns="0" tIns="0" rIns="0" bIns="0" anchor="ctr">
            <a:noAutofit/>
          </a:bodyPr>
          <a:lstStyle>
            <a:defPPr algn="l">
              <a:defRPr sz="2025" b="0">
                <a:solidFill>
                  <a:srgbClr val="64686C"/>
                </a:solidFill>
                <a:latin typeface="Noto Sans CJK SC"/>
                <a:ea typeface="Noto Sans CJK SC"/>
                <a:cs typeface="Noto Sans CJK SC"/>
              </a:defRPr>
            </a:defPPr>
            <a:lvl1pPr algn="l">
              <a:defRPr sz="2025" b="0">
                <a:solidFill>
                  <a:srgbClr val="64686C"/>
                </a:solidFill>
                <a:latin typeface="Noto Sans CJK SC"/>
                <a:ea typeface="Noto Sans CJK SC"/>
                <a:cs typeface="Noto Sans CJK SC"/>
              </a:defRPr>
            </a:lvl1pPr>
            <a:lvl2pPr algn="l">
              <a:defRPr sz="2025" b="0">
                <a:solidFill>
                  <a:srgbClr val="64686C"/>
                </a:solidFill>
                <a:latin typeface="Noto Sans CJK SC"/>
                <a:ea typeface="Noto Sans CJK SC"/>
                <a:cs typeface="Noto Sans CJK SC"/>
              </a:defRPr>
            </a:lvl2pPr>
            <a:lvl3pPr algn="l">
              <a:defRPr sz="2025" b="0">
                <a:solidFill>
                  <a:srgbClr val="64686C"/>
                </a:solidFill>
                <a:latin typeface="Noto Sans CJK SC"/>
                <a:ea typeface="Noto Sans CJK SC"/>
                <a:cs typeface="Noto Sans CJK SC"/>
              </a:defRPr>
            </a:lvl3pPr>
            <a:lvl4pPr algn="l">
              <a:defRPr sz="2025" b="0">
                <a:solidFill>
                  <a:srgbClr val="64686C"/>
                </a:solidFill>
                <a:latin typeface="Noto Sans CJK SC"/>
                <a:ea typeface="Noto Sans CJK SC"/>
                <a:cs typeface="Noto Sans CJK SC"/>
              </a:defRPr>
            </a:lvl4pPr>
            <a:lvl5pPr algn="l">
              <a:defRPr sz="2025" b="0">
                <a:solidFill>
                  <a:srgbClr val="64686C"/>
                </a:solidFill>
                <a:latin typeface="Noto Sans CJK SC"/>
                <a:ea typeface="Noto Sans CJK SC"/>
                <a:cs typeface="Noto Sans CJK SC"/>
              </a:defRPr>
            </a:lvl5pPr>
            <a:lvl6pPr algn="l">
              <a:defRPr sz="2025" b="0">
                <a:solidFill>
                  <a:srgbClr val="64686C"/>
                </a:solidFill>
                <a:latin typeface="Noto Sans CJK SC"/>
                <a:ea typeface="Noto Sans CJK SC"/>
                <a:cs typeface="Noto Sans CJK SC"/>
              </a:defRPr>
            </a:lvl6pPr>
            <a:lvl7pPr algn="l">
              <a:defRPr sz="2025" b="0">
                <a:solidFill>
                  <a:srgbClr val="64686C"/>
                </a:solidFill>
                <a:latin typeface="Noto Sans CJK SC"/>
                <a:ea typeface="Noto Sans CJK SC"/>
                <a:cs typeface="Noto Sans CJK SC"/>
              </a:defRPr>
            </a:lvl7pPr>
            <a:lvl8pPr algn="l">
              <a:defRPr sz="2025" b="0">
                <a:solidFill>
                  <a:srgbClr val="64686C"/>
                </a:solidFill>
                <a:latin typeface="Noto Sans CJK SC"/>
                <a:ea typeface="Noto Sans CJK SC"/>
                <a:cs typeface="Noto Sans CJK SC"/>
              </a:defRPr>
            </a:lvl8pPr>
            <a:lvl9pPr algn="l">
              <a:defRPr sz="2025" b="0">
                <a:solidFill>
                  <a:srgbClr val="64686C"/>
                </a:solidFill>
                <a:latin typeface="Noto Sans CJK SC"/>
                <a:ea typeface="Noto Sans CJK SC"/>
                <a:cs typeface="Noto Sans CJK SC"/>
              </a:defRPr>
            </a:lvl9pPr>
          </a:lstStyle>
          <a:p>
            <a:pPr algn="l">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可信</a:t>
            </a:r>
          </a:p>
        </p:txBody>
      </p:sp>
      <p:sp>
        <p:nvSpPr>
          <p:cNvPr id="78" name="preference">
            <a:extLst>
              <a:ext uri="{FF2B5EF4-FFF2-40B4-BE49-F238E27FC236}">
                <a16:creationId xmlns:a16="http://schemas.microsoft.com/office/drawing/2014/main" id="{8C72702A-3B61-49FF-8A9D-23EF175BDFB0}"/>
              </a:ext>
            </a:extLst>
          </p:cNvPr>
          <p:cNvSpPr>
            <a:spLocks noGrp="1"/>
          </p:cNvSpPr>
          <p:nvPr/>
        </p:nvSpPr>
        <p:spPr>
          <a:xfrm>
            <a:off x="11144250" y="8429625"/>
            <a:ext cx="3619500" cy="666750"/>
          </a:xfrm>
          <a:prstGeom prst="rect">
            <a:avLst/>
          </a:prstGeom>
          <a:solidFill>
            <a:srgbClr val="FAF0E7"/>
          </a:solidFill>
          <a:ln w="17145">
            <a:solidFill>
              <a:srgbClr val="AC6A37"/>
            </a:solidFill>
            <a:prstDash val="solid"/>
          </a:ln>
        </p:spPr>
      </p:sp>
      <p:sp>
        <p:nvSpPr>
          <p:cNvPr id="79" name="preference-text">
            <a:extLst>
              <a:ext uri="{FF2B5EF4-FFF2-40B4-BE49-F238E27FC236}">
                <a16:creationId xmlns:a16="http://schemas.microsoft.com/office/drawing/2014/main" id="{BCAE2318-E8E5-43BC-AE6E-F32108A17EA9}"/>
              </a:ext>
            </a:extLst>
          </p:cNvPr>
          <p:cNvSpPr>
            <a:spLocks noGrp="1"/>
          </p:cNvSpPr>
          <p:nvPr/>
        </p:nvSpPr>
        <p:spPr>
          <a:xfrm>
            <a:off x="11239500" y="8477250"/>
            <a:ext cx="3429000" cy="571500"/>
          </a:xfrm>
          <a:prstGeom prst="rect">
            <a:avLst/>
          </a:prstGeom>
          <a:noFill/>
          <a:ln w="0">
            <a:noFill/>
          </a:ln>
        </p:spPr>
        <p:txBody>
          <a:bodyPr wrap="none" lIns="0" tIns="0" rIns="0" bIns="0" anchor="ctr">
            <a:noAutofit/>
          </a:bodyPr>
          <a:lstStyle>
            <a:defPPr algn="ctr">
              <a:defRPr sz="2250" b="0">
                <a:solidFill>
                  <a:srgbClr val="222222"/>
                </a:solidFill>
                <a:latin typeface="Noto Sans CJK SC"/>
                <a:ea typeface="Noto Sans CJK SC"/>
                <a:cs typeface="Noto Sans CJK SC"/>
              </a:defRPr>
            </a:defPPr>
            <a:lvl1pPr algn="ctr">
              <a:defRPr sz="2250" b="0">
                <a:solidFill>
                  <a:srgbClr val="222222"/>
                </a:solidFill>
                <a:latin typeface="Noto Sans CJK SC"/>
                <a:ea typeface="Noto Sans CJK SC"/>
                <a:cs typeface="Noto Sans CJK SC"/>
              </a:defRPr>
            </a:lvl1pPr>
            <a:lvl2pPr algn="ctr">
              <a:defRPr sz="2250" b="0">
                <a:solidFill>
                  <a:srgbClr val="222222"/>
                </a:solidFill>
                <a:latin typeface="Noto Sans CJK SC"/>
                <a:ea typeface="Noto Sans CJK SC"/>
                <a:cs typeface="Noto Sans CJK SC"/>
              </a:defRPr>
            </a:lvl2pPr>
            <a:lvl3pPr algn="ctr">
              <a:defRPr sz="2250" b="0">
                <a:solidFill>
                  <a:srgbClr val="222222"/>
                </a:solidFill>
                <a:latin typeface="Noto Sans CJK SC"/>
                <a:ea typeface="Noto Sans CJK SC"/>
                <a:cs typeface="Noto Sans CJK SC"/>
              </a:defRPr>
            </a:lvl3pPr>
            <a:lvl4pPr algn="ctr">
              <a:defRPr sz="2250" b="0">
                <a:solidFill>
                  <a:srgbClr val="222222"/>
                </a:solidFill>
                <a:latin typeface="Noto Sans CJK SC"/>
                <a:ea typeface="Noto Sans CJK SC"/>
                <a:cs typeface="Noto Sans CJK SC"/>
              </a:defRPr>
            </a:lvl4pPr>
            <a:lvl5pPr algn="ctr">
              <a:defRPr sz="2250" b="0">
                <a:solidFill>
                  <a:srgbClr val="222222"/>
                </a:solidFill>
                <a:latin typeface="Noto Sans CJK SC"/>
                <a:ea typeface="Noto Sans CJK SC"/>
                <a:cs typeface="Noto Sans CJK SC"/>
              </a:defRPr>
            </a:lvl5pPr>
            <a:lvl6pPr algn="ctr">
              <a:defRPr sz="2250" b="0">
                <a:solidFill>
                  <a:srgbClr val="222222"/>
                </a:solidFill>
                <a:latin typeface="Noto Sans CJK SC"/>
                <a:ea typeface="Noto Sans CJK SC"/>
                <a:cs typeface="Noto Sans CJK SC"/>
              </a:defRPr>
            </a:lvl6pPr>
            <a:lvl7pPr algn="ctr">
              <a:defRPr sz="2250" b="0">
                <a:solidFill>
                  <a:srgbClr val="222222"/>
                </a:solidFill>
                <a:latin typeface="Noto Sans CJK SC"/>
                <a:ea typeface="Noto Sans CJK SC"/>
                <a:cs typeface="Noto Sans CJK SC"/>
              </a:defRPr>
            </a:lvl7pPr>
            <a:lvl8pPr algn="ctr">
              <a:defRPr sz="2250" b="0">
                <a:solidFill>
                  <a:srgbClr val="222222"/>
                </a:solidFill>
                <a:latin typeface="Noto Sans CJK SC"/>
                <a:ea typeface="Noto Sans CJK SC"/>
                <a:cs typeface="Noto Sans CJK SC"/>
              </a:defRPr>
            </a:lvl8pPr>
            <a:lvl9pPr algn="ctr">
              <a:defRPr sz="2250" b="0">
                <a:solidFill>
                  <a:srgbClr val="222222"/>
                </a:solidFill>
                <a:latin typeface="Noto Sans CJK SC"/>
                <a:ea typeface="Noto Sans CJK SC"/>
                <a:cs typeface="Noto Sans CJK SC"/>
              </a:defRPr>
            </a:lvl9pPr>
          </a:lstStyle>
          <a:p>
            <a:pPr algn="ctr">
              <a:defRPr sz="2250" b="0">
                <a:solidFill>
                  <a:srgbClr val="222222"/>
                </a:solidFill>
                <a:latin typeface="Noto Sans CJK SC"/>
                <a:ea typeface="Noto Sans CJK SC"/>
                <a:cs typeface="Noto Sans CJK SC"/>
              </a:defRPr>
            </a:pPr>
            <a:r>
              <a:rPr sz="2250" b="0">
                <a:solidFill>
                  <a:srgbClr val="222222"/>
                </a:solidFill>
                <a:latin typeface="Noto Sans CJK SC"/>
                <a:ea typeface="Noto Sans CJK SC"/>
                <a:cs typeface="Noto Sans CJK SC"/>
              </a:rPr>
              <a:t>读写偏好 (u⁺, u⁻)</a:t>
            </a:r>
          </a:p>
        </p:txBody>
      </p:sp>
      <p:cxnSp>
        <p:nvCxnSpPr>
          <p:cNvPr id="80" name="preference-training">
            <a:extLst>
              <a:ext uri="{FF2B5EF4-FFF2-40B4-BE49-F238E27FC236}">
                <a16:creationId xmlns:a16="http://schemas.microsoft.com/office/drawing/2014/main" id="{2B40269B-5397-4ADC-A414-BC86F7DE62CF}"/>
              </a:ext>
            </a:extLst>
          </p:cNvPr>
          <p:cNvCxnSpPr/>
          <p:nvPr/>
        </p:nvCxnSpPr>
        <p:spPr>
          <a:xfrm flipH="0" flipV="0">
            <a:off x="12954000" y="9096375"/>
            <a:ext cx="0" cy="666750"/>
          </a:xfrm>
          <a:prstGeom prst="straightConnector1">
            <a:avLst/>
          </a:prstGeom>
          <a:ln w="20955">
            <a:solidFill>
              <a:srgbClr val="B3595E"/>
            </a:solidFill>
            <a:prstDash val="dash"/>
            <a:tailEnd type="triangle" w="med" len="med"/>
          </a:ln>
        </p:spPr>
      </p:cxnSp>
      <p:sp>
        <p:nvSpPr>
          <p:cNvPr id="81" name="training-label">
            <a:extLst>
              <a:ext uri="{FF2B5EF4-FFF2-40B4-BE49-F238E27FC236}">
                <a16:creationId xmlns:a16="http://schemas.microsoft.com/office/drawing/2014/main" id="{5C327EC4-4AB8-48F0-89C2-014133ACC3AA}"/>
              </a:ext>
            </a:extLst>
          </p:cNvPr>
          <p:cNvSpPr>
            <a:spLocks noGrp="1"/>
          </p:cNvSpPr>
          <p:nvPr/>
        </p:nvSpPr>
        <p:spPr>
          <a:xfrm>
            <a:off x="13239750" y="9286875"/>
            <a:ext cx="1524000" cy="333375"/>
          </a:xfrm>
          <a:prstGeom prst="rect">
            <a:avLst/>
          </a:prstGeom>
          <a:noFill/>
          <a:ln w="0">
            <a:noFill/>
          </a:ln>
        </p:spPr>
        <p:txBody>
          <a:bodyPr wrap="none" lIns="0" tIns="0" rIns="0" bIns="0" anchor="ctr">
            <a:noAutofit/>
          </a:bodyPr>
          <a:lstStyle>
            <a:defPPr algn="l">
              <a:defRPr sz="1950" b="0">
                <a:solidFill>
                  <a:srgbClr val="B3595E"/>
                </a:solidFill>
                <a:latin typeface="Noto Sans CJK SC"/>
                <a:ea typeface="Noto Sans CJK SC"/>
                <a:cs typeface="Noto Sans CJK SC"/>
              </a:defRPr>
            </a:defPPr>
            <a:lvl1pPr algn="l">
              <a:defRPr sz="1950" b="0">
                <a:solidFill>
                  <a:srgbClr val="B3595E"/>
                </a:solidFill>
                <a:latin typeface="Noto Sans CJK SC"/>
                <a:ea typeface="Noto Sans CJK SC"/>
                <a:cs typeface="Noto Sans CJK SC"/>
              </a:defRPr>
            </a:lvl1pPr>
            <a:lvl2pPr algn="l">
              <a:defRPr sz="1950" b="0">
                <a:solidFill>
                  <a:srgbClr val="B3595E"/>
                </a:solidFill>
                <a:latin typeface="Noto Sans CJK SC"/>
                <a:ea typeface="Noto Sans CJK SC"/>
                <a:cs typeface="Noto Sans CJK SC"/>
              </a:defRPr>
            </a:lvl2pPr>
            <a:lvl3pPr algn="l">
              <a:defRPr sz="1950" b="0">
                <a:solidFill>
                  <a:srgbClr val="B3595E"/>
                </a:solidFill>
                <a:latin typeface="Noto Sans CJK SC"/>
                <a:ea typeface="Noto Sans CJK SC"/>
                <a:cs typeface="Noto Sans CJK SC"/>
              </a:defRPr>
            </a:lvl3pPr>
            <a:lvl4pPr algn="l">
              <a:defRPr sz="1950" b="0">
                <a:solidFill>
                  <a:srgbClr val="B3595E"/>
                </a:solidFill>
                <a:latin typeface="Noto Sans CJK SC"/>
                <a:ea typeface="Noto Sans CJK SC"/>
                <a:cs typeface="Noto Sans CJK SC"/>
              </a:defRPr>
            </a:lvl4pPr>
            <a:lvl5pPr algn="l">
              <a:defRPr sz="1950" b="0">
                <a:solidFill>
                  <a:srgbClr val="B3595E"/>
                </a:solidFill>
                <a:latin typeface="Noto Sans CJK SC"/>
                <a:ea typeface="Noto Sans CJK SC"/>
                <a:cs typeface="Noto Sans CJK SC"/>
              </a:defRPr>
            </a:lvl5pPr>
            <a:lvl6pPr algn="l">
              <a:defRPr sz="1950" b="0">
                <a:solidFill>
                  <a:srgbClr val="B3595E"/>
                </a:solidFill>
                <a:latin typeface="Noto Sans CJK SC"/>
                <a:ea typeface="Noto Sans CJK SC"/>
                <a:cs typeface="Noto Sans CJK SC"/>
              </a:defRPr>
            </a:lvl6pPr>
            <a:lvl7pPr algn="l">
              <a:defRPr sz="1950" b="0">
                <a:solidFill>
                  <a:srgbClr val="B3595E"/>
                </a:solidFill>
                <a:latin typeface="Noto Sans CJK SC"/>
                <a:ea typeface="Noto Sans CJK SC"/>
                <a:cs typeface="Noto Sans CJK SC"/>
              </a:defRPr>
            </a:lvl7pPr>
            <a:lvl8pPr algn="l">
              <a:defRPr sz="1950" b="0">
                <a:solidFill>
                  <a:srgbClr val="B3595E"/>
                </a:solidFill>
                <a:latin typeface="Noto Sans CJK SC"/>
                <a:ea typeface="Noto Sans CJK SC"/>
                <a:cs typeface="Noto Sans CJK SC"/>
              </a:defRPr>
            </a:lvl8pPr>
            <a:lvl9pPr algn="l">
              <a:defRPr sz="1950" b="0">
                <a:solidFill>
                  <a:srgbClr val="B3595E"/>
                </a:solidFill>
                <a:latin typeface="Noto Sans CJK SC"/>
                <a:ea typeface="Noto Sans CJK SC"/>
                <a:cs typeface="Noto Sans CJK SC"/>
              </a:defRPr>
            </a:lvl9pPr>
          </a:lstStyle>
          <a:p>
            <a:pPr algn="l">
              <a:defRPr sz="1950" b="0">
                <a:solidFill>
                  <a:srgbClr val="B3595E"/>
                </a:solidFill>
                <a:latin typeface="Noto Sans CJK SC"/>
                <a:ea typeface="Noto Sans CJK SC"/>
                <a:cs typeface="Noto Sans CJK SC"/>
              </a:defRPr>
            </a:pPr>
            <a:r>
              <a:rPr sz="1950" b="0">
                <a:solidFill>
                  <a:srgbClr val="B3595E"/>
                </a:solidFill>
                <a:latin typeface="Noto Sans CJK SC"/>
                <a:ea typeface="Noto Sans CJK SC"/>
                <a:cs typeface="Noto Sans CJK SC"/>
              </a:rPr>
              <a:t>辅助训练</a:t>
            </a:r>
          </a:p>
        </p:txBody>
      </p:sp>
      <p:sp>
        <p:nvSpPr>
          <p:cNvPr id="82" name="updated-vlm">
            <a:extLst>
              <a:ext uri="{FF2B5EF4-FFF2-40B4-BE49-F238E27FC236}">
                <a16:creationId xmlns:a16="http://schemas.microsoft.com/office/drawing/2014/main" id="{AFE5AABC-7FFD-4CA9-A2D5-C325A1996D8F}"/>
              </a:ext>
            </a:extLst>
          </p:cNvPr>
          <p:cNvSpPr>
            <a:spLocks noGrp="1"/>
          </p:cNvSpPr>
          <p:nvPr/>
        </p:nvSpPr>
        <p:spPr>
          <a:xfrm>
            <a:off x="11144250" y="9763125"/>
            <a:ext cx="3619500" cy="666750"/>
          </a:xfrm>
          <a:prstGeom prst="rect">
            <a:avLst/>
          </a:prstGeom>
          <a:solidFill>
            <a:srgbClr val="EAF1F6"/>
          </a:solidFill>
          <a:ln w="17145">
            <a:solidFill>
              <a:srgbClr val="315E80"/>
            </a:solidFill>
            <a:prstDash val="solid"/>
          </a:ln>
        </p:spPr>
      </p:sp>
      <p:sp>
        <p:nvSpPr>
          <p:cNvPr id="83" name="updated-vlm-text">
            <a:extLst>
              <a:ext uri="{FF2B5EF4-FFF2-40B4-BE49-F238E27FC236}">
                <a16:creationId xmlns:a16="http://schemas.microsoft.com/office/drawing/2014/main" id="{D3365240-9F6E-4A65-9FF9-30841FD11D11}"/>
              </a:ext>
            </a:extLst>
          </p:cNvPr>
          <p:cNvSpPr>
            <a:spLocks noGrp="1"/>
          </p:cNvSpPr>
          <p:nvPr/>
        </p:nvSpPr>
        <p:spPr>
          <a:xfrm>
            <a:off x="11239500" y="9810750"/>
            <a:ext cx="3429000" cy="571500"/>
          </a:xfrm>
          <a:prstGeom prst="rect">
            <a:avLst/>
          </a:prstGeom>
          <a:noFill/>
          <a:ln w="0">
            <a:noFill/>
          </a:ln>
        </p:spPr>
        <p:txBody>
          <a:bodyPr wrap="none" lIns="0" tIns="0" rIns="0" bIns="0" anchor="ctr">
            <a:noAutofit/>
          </a:bodyPr>
          <a:lstStyle>
            <a:defPPr algn="ctr">
              <a:defRPr sz="2475" b="0">
                <a:solidFill>
                  <a:srgbClr val="222222"/>
                </a:solidFill>
                <a:latin typeface="Noto Sans CJK SC"/>
                <a:ea typeface="Noto Sans CJK SC"/>
                <a:cs typeface="Noto Sans CJK SC"/>
              </a:defRPr>
            </a:defPPr>
            <a:lvl1pPr algn="ctr">
              <a:defRPr sz="2475" b="0">
                <a:solidFill>
                  <a:srgbClr val="222222"/>
                </a:solidFill>
                <a:latin typeface="Noto Sans CJK SC"/>
                <a:ea typeface="Noto Sans CJK SC"/>
                <a:cs typeface="Noto Sans CJK SC"/>
              </a:defRPr>
            </a:lvl1pPr>
            <a:lvl2pPr algn="ctr">
              <a:defRPr sz="2475" b="0">
                <a:solidFill>
                  <a:srgbClr val="222222"/>
                </a:solidFill>
                <a:latin typeface="Noto Sans CJK SC"/>
                <a:ea typeface="Noto Sans CJK SC"/>
                <a:cs typeface="Noto Sans CJK SC"/>
              </a:defRPr>
            </a:lvl2pPr>
            <a:lvl3pPr algn="ctr">
              <a:defRPr sz="2475" b="0">
                <a:solidFill>
                  <a:srgbClr val="222222"/>
                </a:solidFill>
                <a:latin typeface="Noto Sans CJK SC"/>
                <a:ea typeface="Noto Sans CJK SC"/>
                <a:cs typeface="Noto Sans CJK SC"/>
              </a:defRPr>
            </a:lvl3pPr>
            <a:lvl4pPr algn="ctr">
              <a:defRPr sz="2475" b="0">
                <a:solidFill>
                  <a:srgbClr val="222222"/>
                </a:solidFill>
                <a:latin typeface="Noto Sans CJK SC"/>
                <a:ea typeface="Noto Sans CJK SC"/>
                <a:cs typeface="Noto Sans CJK SC"/>
              </a:defRPr>
            </a:lvl4pPr>
            <a:lvl5pPr algn="ctr">
              <a:defRPr sz="2475" b="0">
                <a:solidFill>
                  <a:srgbClr val="222222"/>
                </a:solidFill>
                <a:latin typeface="Noto Sans CJK SC"/>
                <a:ea typeface="Noto Sans CJK SC"/>
                <a:cs typeface="Noto Sans CJK SC"/>
              </a:defRPr>
            </a:lvl5pPr>
            <a:lvl6pPr algn="ctr">
              <a:defRPr sz="2475" b="0">
                <a:solidFill>
                  <a:srgbClr val="222222"/>
                </a:solidFill>
                <a:latin typeface="Noto Sans CJK SC"/>
                <a:ea typeface="Noto Sans CJK SC"/>
                <a:cs typeface="Noto Sans CJK SC"/>
              </a:defRPr>
            </a:lvl6pPr>
            <a:lvl7pPr algn="ctr">
              <a:defRPr sz="2475" b="0">
                <a:solidFill>
                  <a:srgbClr val="222222"/>
                </a:solidFill>
                <a:latin typeface="Noto Sans CJK SC"/>
                <a:ea typeface="Noto Sans CJK SC"/>
                <a:cs typeface="Noto Sans CJK SC"/>
              </a:defRPr>
            </a:lvl7pPr>
            <a:lvl8pPr algn="ctr">
              <a:defRPr sz="2475" b="0">
                <a:solidFill>
                  <a:srgbClr val="222222"/>
                </a:solidFill>
                <a:latin typeface="Noto Sans CJK SC"/>
                <a:ea typeface="Noto Sans CJK SC"/>
                <a:cs typeface="Noto Sans CJK SC"/>
              </a:defRPr>
            </a:lvl8pPr>
            <a:lvl9pPr algn="ctr">
              <a:defRPr sz="2475" b="0">
                <a:solidFill>
                  <a:srgbClr val="222222"/>
                </a:solidFill>
                <a:latin typeface="Noto Sans CJK SC"/>
                <a:ea typeface="Noto Sans CJK SC"/>
                <a:cs typeface="Noto Sans CJK SC"/>
              </a:defRPr>
            </a:lvl9pPr>
          </a:lstStyle>
          <a:p>
            <a:pPr algn="ctr">
              <a:defRPr sz="2475" b="0">
                <a:solidFill>
                  <a:srgbClr val="222222"/>
                </a:solidFill>
                <a:latin typeface="Noto Sans CJK SC"/>
                <a:ea typeface="Noto Sans CJK SC"/>
                <a:cs typeface="Noto Sans CJK SC"/>
              </a:defRPr>
            </a:pPr>
            <a:r>
              <a:rPr sz="2475" b="0">
                <a:solidFill>
                  <a:srgbClr val="222222"/>
                </a:solidFill>
                <a:latin typeface="Noto Sans CJK SC"/>
                <a:ea typeface="Noto Sans CJK SC"/>
                <a:cs typeface="Noto Sans CJK SC"/>
              </a:rPr>
              <a:t>共享 VLM θ</a:t>
            </a:r>
          </a:p>
        </p:txBody>
      </p:sp>
      <p:sp>
        <p:nvSpPr>
          <p:cNvPr id="84" name="preference-mask">
            <a:extLst>
              <a:ext uri="{FF2B5EF4-FFF2-40B4-BE49-F238E27FC236}">
                <a16:creationId xmlns:a16="http://schemas.microsoft.com/office/drawing/2014/main" id="{8882CB23-6B6E-4912-BA04-A2A4BAE53308}"/>
              </a:ext>
            </a:extLst>
          </p:cNvPr>
          <p:cNvSpPr>
            <a:spLocks noGrp="1"/>
          </p:cNvSpPr>
          <p:nvPr/>
        </p:nvSpPr>
        <p:spPr>
          <a:xfrm>
            <a:off x="11144250" y="10544175"/>
            <a:ext cx="3619500" cy="333375"/>
          </a:xfrm>
          <a:prstGeom prst="rect">
            <a:avLst/>
          </a:prstGeom>
          <a:noFill/>
          <a:ln w="0">
            <a:noFill/>
          </a:ln>
        </p:spPr>
        <p:txBody>
          <a:bodyPr wrap="none" lIns="0" tIns="0" rIns="0" bIns="0" anchor="ctr">
            <a:noAutofit/>
          </a:bodyPr>
          <a:lstStyle>
            <a:defPPr algn="ctr">
              <a:defRPr sz="1875" b="0">
                <a:solidFill>
                  <a:srgbClr val="64686C"/>
                </a:solidFill>
                <a:latin typeface="Noto Sans CJK SC"/>
                <a:ea typeface="Noto Sans CJK SC"/>
                <a:cs typeface="Noto Sans CJK SC"/>
              </a:defRPr>
            </a:defPPr>
            <a:lvl1pPr algn="ctr">
              <a:defRPr sz="1875" b="0">
                <a:solidFill>
                  <a:srgbClr val="64686C"/>
                </a:solidFill>
                <a:latin typeface="Noto Sans CJK SC"/>
                <a:ea typeface="Noto Sans CJK SC"/>
                <a:cs typeface="Noto Sans CJK SC"/>
              </a:defRPr>
            </a:lvl1pPr>
            <a:lvl2pPr algn="ctr">
              <a:defRPr sz="1875" b="0">
                <a:solidFill>
                  <a:srgbClr val="64686C"/>
                </a:solidFill>
                <a:latin typeface="Noto Sans CJK SC"/>
                <a:ea typeface="Noto Sans CJK SC"/>
                <a:cs typeface="Noto Sans CJK SC"/>
              </a:defRPr>
            </a:lvl2pPr>
            <a:lvl3pPr algn="ctr">
              <a:defRPr sz="1875" b="0">
                <a:solidFill>
                  <a:srgbClr val="64686C"/>
                </a:solidFill>
                <a:latin typeface="Noto Sans CJK SC"/>
                <a:ea typeface="Noto Sans CJK SC"/>
                <a:cs typeface="Noto Sans CJK SC"/>
              </a:defRPr>
            </a:lvl3pPr>
            <a:lvl4pPr algn="ctr">
              <a:defRPr sz="1875" b="0">
                <a:solidFill>
                  <a:srgbClr val="64686C"/>
                </a:solidFill>
                <a:latin typeface="Noto Sans CJK SC"/>
                <a:ea typeface="Noto Sans CJK SC"/>
                <a:cs typeface="Noto Sans CJK SC"/>
              </a:defRPr>
            </a:lvl4pPr>
            <a:lvl5pPr algn="ctr">
              <a:defRPr sz="1875" b="0">
                <a:solidFill>
                  <a:srgbClr val="64686C"/>
                </a:solidFill>
                <a:latin typeface="Noto Sans CJK SC"/>
                <a:ea typeface="Noto Sans CJK SC"/>
                <a:cs typeface="Noto Sans CJK SC"/>
              </a:defRPr>
            </a:lvl5pPr>
            <a:lvl6pPr algn="ctr">
              <a:defRPr sz="1875" b="0">
                <a:solidFill>
                  <a:srgbClr val="64686C"/>
                </a:solidFill>
                <a:latin typeface="Noto Sans CJK SC"/>
                <a:ea typeface="Noto Sans CJK SC"/>
                <a:cs typeface="Noto Sans CJK SC"/>
              </a:defRPr>
            </a:lvl6pPr>
            <a:lvl7pPr algn="ctr">
              <a:defRPr sz="1875" b="0">
                <a:solidFill>
                  <a:srgbClr val="64686C"/>
                </a:solidFill>
                <a:latin typeface="Noto Sans CJK SC"/>
                <a:ea typeface="Noto Sans CJK SC"/>
                <a:cs typeface="Noto Sans CJK SC"/>
              </a:defRPr>
            </a:lvl7pPr>
            <a:lvl8pPr algn="ctr">
              <a:defRPr sz="1875" b="0">
                <a:solidFill>
                  <a:srgbClr val="64686C"/>
                </a:solidFill>
                <a:latin typeface="Noto Sans CJK SC"/>
                <a:ea typeface="Noto Sans CJK SC"/>
                <a:cs typeface="Noto Sans CJK SC"/>
              </a:defRPr>
            </a:lvl8pPr>
            <a:lvl9pPr algn="ctr">
              <a:defRPr sz="1875" b="0">
                <a:solidFill>
                  <a:srgbClr val="64686C"/>
                </a:solidFill>
                <a:latin typeface="Noto Sans CJK SC"/>
                <a:ea typeface="Noto Sans CJK SC"/>
                <a:cs typeface="Noto Sans CJK SC"/>
              </a:defRPr>
            </a:lvl9pPr>
          </a:lstStyle>
          <a:p>
            <a:pPr algn="ctr">
              <a:defRPr sz="1875" b="0">
                <a:solidFill>
                  <a:srgbClr val="64686C"/>
                </a:solidFill>
                <a:latin typeface="Noto Sans CJK SC"/>
                <a:ea typeface="Noto Sans CJK SC"/>
                <a:cs typeface="Noto Sans CJK SC"/>
              </a:defRPr>
            </a:pPr>
            <a:r>
              <a:rPr sz="1875" b="0">
                <a:solidFill>
                  <a:srgbClr val="64686C"/>
                </a:solidFill>
                <a:latin typeface="Noto Sans CJK SC"/>
                <a:ea typeface="Noto Sans CJK SC"/>
                <a:cs typeface="Noto Sans CJK SC"/>
              </a:rPr>
              <a:t>仅计 READ / WRITE 损失</a:t>
            </a:r>
          </a:p>
        </p:txBody>
      </p:sp>
      <p:sp>
        <p:nvSpPr>
          <p:cNvPr id="85" name="physical-budget">
            <a:extLst>
              <a:ext uri="{FF2B5EF4-FFF2-40B4-BE49-F238E27FC236}">
                <a16:creationId xmlns:a16="http://schemas.microsoft.com/office/drawing/2014/main" id="{7843BC8B-DFDC-437C-B9E4-3CBF7961D3D1}"/>
              </a:ext>
            </a:extLst>
          </p:cNvPr>
          <p:cNvSpPr>
            <a:spLocks noGrp="1"/>
          </p:cNvSpPr>
          <p:nvPr/>
        </p:nvSpPr>
        <p:spPr>
          <a:xfrm>
            <a:off x="381000" y="10382250"/>
            <a:ext cx="9810750" cy="428625"/>
          </a:xfrm>
          <a:prstGeom prst="rect">
            <a:avLst/>
          </a:prstGeom>
          <a:noFill/>
          <a:ln w="0">
            <a:noFill/>
          </a:ln>
        </p:spPr>
        <p:txBody>
          <a:bodyPr wrap="none" lIns="0" tIns="0" rIns="0" bIns="0" anchor="ctr">
            <a:noAutofit/>
          </a:bodyPr>
          <a:lstStyle>
            <a:defPPr algn="l">
              <a:defRPr sz="2025" b="0">
                <a:solidFill>
                  <a:srgbClr val="64686C"/>
                </a:solidFill>
                <a:latin typeface="Noto Sans CJK SC"/>
                <a:ea typeface="Noto Sans CJK SC"/>
                <a:cs typeface="Noto Sans CJK SC"/>
              </a:defRPr>
            </a:defPPr>
            <a:lvl1pPr algn="l">
              <a:defRPr sz="2025" b="0">
                <a:solidFill>
                  <a:srgbClr val="64686C"/>
                </a:solidFill>
                <a:latin typeface="Noto Sans CJK SC"/>
                <a:ea typeface="Noto Sans CJK SC"/>
                <a:cs typeface="Noto Sans CJK SC"/>
              </a:defRPr>
            </a:lvl1pPr>
            <a:lvl2pPr algn="l">
              <a:defRPr sz="2025" b="0">
                <a:solidFill>
                  <a:srgbClr val="64686C"/>
                </a:solidFill>
                <a:latin typeface="Noto Sans CJK SC"/>
                <a:ea typeface="Noto Sans CJK SC"/>
                <a:cs typeface="Noto Sans CJK SC"/>
              </a:defRPr>
            </a:lvl2pPr>
            <a:lvl3pPr algn="l">
              <a:defRPr sz="2025" b="0">
                <a:solidFill>
                  <a:srgbClr val="64686C"/>
                </a:solidFill>
                <a:latin typeface="Noto Sans CJK SC"/>
                <a:ea typeface="Noto Sans CJK SC"/>
                <a:cs typeface="Noto Sans CJK SC"/>
              </a:defRPr>
            </a:lvl3pPr>
            <a:lvl4pPr algn="l">
              <a:defRPr sz="2025" b="0">
                <a:solidFill>
                  <a:srgbClr val="64686C"/>
                </a:solidFill>
                <a:latin typeface="Noto Sans CJK SC"/>
                <a:ea typeface="Noto Sans CJK SC"/>
                <a:cs typeface="Noto Sans CJK SC"/>
              </a:defRPr>
            </a:lvl4pPr>
            <a:lvl5pPr algn="l">
              <a:defRPr sz="2025" b="0">
                <a:solidFill>
                  <a:srgbClr val="64686C"/>
                </a:solidFill>
                <a:latin typeface="Noto Sans CJK SC"/>
                <a:ea typeface="Noto Sans CJK SC"/>
                <a:cs typeface="Noto Sans CJK SC"/>
              </a:defRPr>
            </a:lvl5pPr>
            <a:lvl6pPr algn="l">
              <a:defRPr sz="2025" b="0">
                <a:solidFill>
                  <a:srgbClr val="64686C"/>
                </a:solidFill>
                <a:latin typeface="Noto Sans CJK SC"/>
                <a:ea typeface="Noto Sans CJK SC"/>
                <a:cs typeface="Noto Sans CJK SC"/>
              </a:defRPr>
            </a:lvl6pPr>
            <a:lvl7pPr algn="l">
              <a:defRPr sz="2025" b="0">
                <a:solidFill>
                  <a:srgbClr val="64686C"/>
                </a:solidFill>
                <a:latin typeface="Noto Sans CJK SC"/>
                <a:ea typeface="Noto Sans CJK SC"/>
                <a:cs typeface="Noto Sans CJK SC"/>
              </a:defRPr>
            </a:lvl7pPr>
            <a:lvl8pPr algn="l">
              <a:defRPr sz="2025" b="0">
                <a:solidFill>
                  <a:srgbClr val="64686C"/>
                </a:solidFill>
                <a:latin typeface="Noto Sans CJK SC"/>
                <a:ea typeface="Noto Sans CJK SC"/>
                <a:cs typeface="Noto Sans CJK SC"/>
              </a:defRPr>
            </a:lvl8pPr>
            <a:lvl9pPr algn="l">
              <a:defRPr sz="2025" b="0">
                <a:solidFill>
                  <a:srgbClr val="64686C"/>
                </a:solidFill>
                <a:latin typeface="Noto Sans CJK SC"/>
                <a:ea typeface="Noto Sans CJK SC"/>
                <a:cs typeface="Noto Sans CJK SC"/>
              </a:defRPr>
            </a:lvl9pPr>
          </a:lstStyle>
          <a:p>
            <a:pPr algn="l">
              <a:defRPr sz="2025" b="0">
                <a:solidFill>
                  <a:srgbClr val="64686C"/>
                </a:solidFill>
                <a:latin typeface="Noto Sans CJK SC"/>
                <a:ea typeface="Noto Sans CJK SC"/>
                <a:cs typeface="Noto Sans CJK SC"/>
              </a:defRPr>
            </a:pPr>
            <a:r>
              <a:rPr sz="2025" b="0">
                <a:solidFill>
                  <a:srgbClr val="64686C"/>
                </a:solidFill>
                <a:latin typeface="Noto Sans CJK SC"/>
                <a:ea typeface="Noto Sans CJK SC"/>
                <a:cs typeface="Noto Sans CJK SC"/>
              </a:rPr>
              <a:t>分支、恢复及弃用续跑均计入交互成本</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2243</Words>
  <Application>WPS Presentation</Application>
  <PresentationFormat>Converted Presentation</PresentationFormat>
  <Paragraphs>342</Paragraphs>
  <Slides>7</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7</vt:i4>
      </vt:variant>
    </vt:vector>
  </HeadingPairs>
  <TitlesOfParts>
    <vt:vector size="18" baseType="lpstr">
      <vt:lpstr>Arial</vt:lpstr>
      <vt:lpstr>SimSun</vt:lpstr>
      <vt:lpstr>Wingdings</vt:lpstr>
      <vt:lpstr>Noto Sans CJK SC</vt:lpstr>
      <vt:lpstr>微软雅黑</vt:lpstr>
      <vt:lpstr>宋体</vt:lpstr>
      <vt:lpstr>Arial Unicode MS</vt:lpstr>
      <vt:lpstr>Aptos</vt:lpstr>
      <vt:lpstr>C059</vt:lpstr>
      <vt:lpstr>DejaVu Sans</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admin123</cp:lastModifiedBy>
  <cp:revision>2</cp:revision>
  <dcterms:created xsi:type="dcterms:W3CDTF">2026-10-19T08:34:48Z</dcterms:created>
  <dcterms:modified xsi:type="dcterms:W3CDTF">2026-10-19T08:34:48Z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
  </property>
  <property fmtid="{D5CDD505-2E9C-101B-9397-08002B2CF9AE}" pid="3" name="KSOProductBuildVer">
    <vt:lpwstr>1033-11.1.0.11733</vt:lpwstr>
  </property>
</Properties>
</file>